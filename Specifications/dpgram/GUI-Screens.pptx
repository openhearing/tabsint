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0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AA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79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3BBC4-1EA8-7744-8CEC-0ED8A37F66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7FF00A-DAD9-CB0B-FC4B-0BA351323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E6485-B1F6-C3B2-8697-F2F63BCA2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83203-F72E-42D3-9F56-E7123AD26E2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250A2-92E1-25C2-46E6-D35B9FB40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3902C-CE80-E1BD-C9B8-115D3A59C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3B675-157A-4914-A0FF-2C5BE5FC8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061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888B7-006D-FB76-7201-AAA0B7ABF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3021E-77D2-B47C-9808-ED9E16E0D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05309-A696-0526-1C40-4B8BCCFE7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83203-F72E-42D3-9F56-E7123AD26E2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19F23-4EDC-CC3D-ED4D-B7BDD3C2C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6E73B9-05ED-1941-C019-FC2EA5EF7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3B675-157A-4914-A0FF-2C5BE5FC8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7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66D50-47A9-B431-9B00-B3796FA38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1F660E-4672-BADB-B0B4-469C380A9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FCD99-EA9B-0B8C-3AAE-85A192E3F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83203-F72E-42D3-9F56-E7123AD26E2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3E615-BC56-AAC2-06B6-F03043798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B9A72-7C79-07C6-6CD9-3F561DB43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3B675-157A-4914-A0FF-2C5BE5FC8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099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92DB6-2580-9160-CAC4-B3A7EBF0C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4B5DB-8A93-3C3A-AB84-62E4AE05B4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F3E64F-C1C3-D56A-820D-38A2CBF398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37EB17-7F99-128E-C7F3-0319825E8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83203-F72E-42D3-9F56-E7123AD26E2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02DB99-5333-EB13-1957-B041B3EEA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93AC6E-C4C6-72C7-67B4-A71E70257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3B675-157A-4914-A0FF-2C5BE5FC8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548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2EBE3-9FC3-5EDB-D2D4-B2A0DE879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F82E16-91F4-50FE-10FA-8411BB662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F8C6B2-461D-0328-76D0-D2049928E8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DA9A1F-43AA-5A0A-778D-7FB0F50EF9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A4931F-9810-6511-D6FD-B5F146B885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9F889B-4F8E-BBA8-29A6-10DBEF552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83203-F72E-42D3-9F56-E7123AD26E2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C428BD-FDFF-D0B8-9F54-F421F46E1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3A3D73-AEAE-DC05-218C-B29C148DF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3B675-157A-4914-A0FF-2C5BE5FC8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364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43651-17F6-2F42-DA5B-96F2B8360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431013-917A-BA56-30EE-1D7AC8931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83203-F72E-42D3-9F56-E7123AD26E2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976923-2425-35AF-6665-43A8BADA3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421ECF-603D-888D-E14C-5EF4DE987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3B675-157A-4914-A0FF-2C5BE5FC8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001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7F4DF2-0EDB-9A6F-3CAC-0EB23B6FA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83203-F72E-42D3-9F56-E7123AD26E2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B79577-3C9A-05B3-FE90-ED4F9917D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7372A-03AD-C65E-C809-71EEE6737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3B675-157A-4914-A0FF-2C5BE5FC8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783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A18AB-057D-B3CB-96F0-F924E99D6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8F5D5-4358-E744-77EB-7EEC9EBD5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F81F58-8B17-19B9-18E3-0816EE374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590645-65A5-28A3-29AA-FC190D43A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83203-F72E-42D3-9F56-E7123AD26E2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96651E-2518-6ABC-C6FE-A706A740F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B2E69A-072F-5A02-2A80-E4E2C3295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3B675-157A-4914-A0FF-2C5BE5FC8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50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B5C76-8FF0-DFB6-D898-20BA60513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641ACB-43CA-8593-0E32-7963410A0C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F07CA1-3AAA-8DEF-E2E8-5C7EDAE865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CB34BE-D95C-A72A-B942-5B6D967AE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83203-F72E-42D3-9F56-E7123AD26E2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75CF53-6CC5-D2B3-D242-6A1444E69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C8DDC4-B4C2-645F-3BDC-E3269F9F5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3B675-157A-4914-A0FF-2C5BE5FC8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714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E807F-19E1-40D4-B457-B330A4950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3701BB-1FF5-B7B6-0F60-C515FB74B0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7FE47-2393-C1B9-DD2A-A83E1871D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83203-F72E-42D3-9F56-E7123AD26E2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0DB8A-9A08-92B9-C665-A31D89D02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F3210-2262-034A-ACFE-C48C2E509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3B675-157A-4914-A0FF-2C5BE5FC8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309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3A40E8-E40E-0233-EBA7-4439BAD2F9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18A00B-30FF-DA4D-AAC0-D2A7756C95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639B5-BF63-CE3D-4A8F-1818BF561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83203-F72E-42D3-9F56-E7123AD26E2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E1D78-2D83-6EEF-DE40-912BE0382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09E6E-F5EE-5C8E-8AD7-DA7C8BD76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3B675-157A-4914-A0FF-2C5BE5FC8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070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37E907-58C2-6E3D-6F29-411DA4046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02E305-FB92-1B36-56A2-4148AC341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F6FE0-6DF6-6DA9-E686-D9F920FFC1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783203-F72E-42D3-9F56-E7123AD26E2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F6571-B3C3-8856-0AFE-0542BDE4B2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942F0-A180-A893-3278-9C8C126AAE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23B675-157A-4914-A0FF-2C5BE5FC8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560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CC89DB-444E-8543-1B09-FC057A4A2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F0A3D0B-3FD8-B0AD-808C-0B9A460482BF}"/>
              </a:ext>
            </a:extLst>
          </p:cNvPr>
          <p:cNvGrpSpPr/>
          <p:nvPr/>
        </p:nvGrpSpPr>
        <p:grpSpPr>
          <a:xfrm>
            <a:off x="3142442" y="120445"/>
            <a:ext cx="5867785" cy="6617110"/>
            <a:chOff x="3142601" y="108155"/>
            <a:chExt cx="5867785" cy="661711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DA75953-14F7-A4DF-05AF-C28903460778}"/>
                </a:ext>
              </a:extLst>
            </p:cNvPr>
            <p:cNvSpPr/>
            <p:nvPr/>
          </p:nvSpPr>
          <p:spPr>
            <a:xfrm>
              <a:off x="5702860" y="5688862"/>
              <a:ext cx="678810" cy="311009"/>
            </a:xfrm>
            <a:prstGeom prst="rect">
              <a:avLst/>
            </a:prstGeom>
            <a:solidFill>
              <a:srgbClr val="33AA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5C1EA7FF-3904-1ED2-E44F-D1A04EE1770C}"/>
                </a:ext>
              </a:extLst>
            </p:cNvPr>
            <p:cNvGrpSpPr/>
            <p:nvPr/>
          </p:nvGrpSpPr>
          <p:grpSpPr>
            <a:xfrm>
              <a:off x="3142601" y="108155"/>
              <a:ext cx="5867785" cy="6617110"/>
              <a:chOff x="3142601" y="108155"/>
              <a:chExt cx="5867785" cy="661711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47AB3E6A-4E79-C706-4CEB-E9C1BCA799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23569" t="12201" r="25360" b="18743"/>
              <a:stretch/>
            </p:blipFill>
            <p:spPr>
              <a:xfrm>
                <a:off x="5515897" y="2802194"/>
                <a:ext cx="1120877" cy="1145124"/>
              </a:xfrm>
              <a:prstGeom prst="rect">
                <a:avLst/>
              </a:prstGeom>
            </p:spPr>
          </p:pic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44B98141-8B8E-9342-F607-3AE4945637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4980" t="72026" r="39565" b="21315"/>
              <a:stretch/>
            </p:blipFill>
            <p:spPr>
              <a:xfrm>
                <a:off x="3773277" y="5249275"/>
                <a:ext cx="412899" cy="569618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50242035-C593-E951-986A-CF67D47B3D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4980" t="72026" r="39565" b="21315"/>
              <a:stretch/>
            </p:blipFill>
            <p:spPr>
              <a:xfrm>
                <a:off x="5259288" y="5286129"/>
                <a:ext cx="443572" cy="532764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3BB0D6B-9954-E669-5792-C97C8CCF9101}"/>
                  </a:ext>
                </a:extLst>
              </p:cNvPr>
              <p:cNvSpPr/>
              <p:nvPr/>
            </p:nvSpPr>
            <p:spPr>
              <a:xfrm>
                <a:off x="3142601" y="108155"/>
                <a:ext cx="5867785" cy="66171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EF74BA0-721D-2A2A-7019-C207B59E5258}"/>
                  </a:ext>
                </a:extLst>
              </p:cNvPr>
              <p:cNvSpPr txBox="1"/>
              <p:nvPr/>
            </p:nvSpPr>
            <p:spPr>
              <a:xfrm>
                <a:off x="3558540" y="776459"/>
                <a:ext cx="51619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453896">
                  <a:spcAft>
                    <a:spcPts val="600"/>
                  </a:spcAft>
                </a:pPr>
                <a:r>
                  <a:rPr lang="en-US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Instruction Text: “Press Submit to start</a:t>
                </a:r>
                <a:r>
                  <a:rPr lang="en-US" dirty="0"/>
                  <a:t> the exam</a:t>
                </a:r>
                <a:r>
                  <a:rPr lang="en-US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.” </a:t>
                </a:r>
                <a:endParaRPr lang="en-US" sz="1100" dirty="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9135137-931B-47AD-351F-B79014CE8598}"/>
                  </a:ext>
                </a:extLst>
              </p:cNvPr>
              <p:cNvSpPr txBox="1"/>
              <p:nvPr/>
            </p:nvSpPr>
            <p:spPr>
              <a:xfrm>
                <a:off x="3539699" y="260573"/>
                <a:ext cx="5418480" cy="532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453896">
                  <a:spcAft>
                    <a:spcPts val="600"/>
                  </a:spcAft>
                </a:pPr>
                <a:r>
                  <a:rPr lang="en-US" sz="2862" b="1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Title: “DP-gram” </a:t>
                </a:r>
                <a:endParaRPr lang="en-US" b="1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AAD61A4-46DD-D30A-47CF-470475D639AF}"/>
                  </a:ext>
                </a:extLst>
              </p:cNvPr>
              <p:cNvSpPr/>
              <p:nvPr/>
            </p:nvSpPr>
            <p:spPr>
              <a:xfrm>
                <a:off x="6359256" y="3955038"/>
                <a:ext cx="1473800" cy="4579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1" name="Flowchart: Terminator 10">
            <a:extLst>
              <a:ext uri="{FF2B5EF4-FFF2-40B4-BE49-F238E27FC236}">
                <a16:creationId xmlns:a16="http://schemas.microsoft.com/office/drawing/2014/main" id="{0EB41DC6-C773-EA6B-32FD-3A1D449F359A}"/>
              </a:ext>
            </a:extLst>
          </p:cNvPr>
          <p:cNvSpPr/>
          <p:nvPr/>
        </p:nvSpPr>
        <p:spPr>
          <a:xfrm>
            <a:off x="5412451" y="5920355"/>
            <a:ext cx="1327450" cy="546260"/>
          </a:xfrm>
          <a:prstGeom prst="flowChartTerminator">
            <a:avLst/>
          </a:prstGeom>
          <a:solidFill>
            <a:srgbClr val="33AAEE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Submit</a:t>
            </a:r>
            <a:endParaRPr lang="en-US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E131278-6C5F-ED5D-98F4-03D3B47CD2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752681"/>
              </p:ext>
            </p:extLst>
          </p:nvPr>
        </p:nvGraphicFramePr>
        <p:xfrm>
          <a:off x="3678348" y="1422249"/>
          <a:ext cx="479597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7987">
                  <a:extLst>
                    <a:ext uri="{9D8B030D-6E8A-4147-A177-3AD203B41FA5}">
                      <a16:colId xmlns:a16="http://schemas.microsoft.com/office/drawing/2014/main" val="2668354969"/>
                    </a:ext>
                  </a:extLst>
                </a:gridCol>
                <a:gridCol w="2397987">
                  <a:extLst>
                    <a:ext uri="{9D8B030D-6E8A-4147-A177-3AD203B41FA5}">
                      <a16:colId xmlns:a16="http://schemas.microsoft.com/office/drawing/2014/main" val="3965875387"/>
                    </a:ext>
                  </a:extLst>
                </a:gridCol>
              </a:tblGrid>
              <a:tr h="28125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981942"/>
                  </a:ext>
                </a:extLst>
              </a:tr>
              <a:tr h="277398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F2 Frequencies [Hz]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[</a:t>
                      </a:r>
                      <a:r>
                        <a:rPr lang="en-US" sz="1400" dirty="0" err="1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frequencyArray</a:t>
                      </a:r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]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087800"/>
                  </a:ext>
                </a:extLst>
              </a:tr>
              <a:tr h="28125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Ratio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[ratioF]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60091"/>
                  </a:ext>
                </a:extLst>
              </a:tr>
              <a:tr h="28125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L1 [dB]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[SweepDuration]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407146"/>
                  </a:ext>
                </a:extLst>
              </a:tr>
              <a:tr h="28125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L2 [dB]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[WindowDuration]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923842"/>
                  </a:ext>
                </a:extLst>
              </a:tr>
              <a:tr h="28125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Noise Floor Threshold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[MinDpNoiseFloorThresh]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54748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2522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DA503E-3536-FF11-C80F-8E08313A1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EDFEDDA7-6234-491A-9A13-1CE2400DD354}"/>
              </a:ext>
            </a:extLst>
          </p:cNvPr>
          <p:cNvGrpSpPr/>
          <p:nvPr/>
        </p:nvGrpSpPr>
        <p:grpSpPr>
          <a:xfrm>
            <a:off x="2940407" y="-198782"/>
            <a:ext cx="5867785" cy="6617110"/>
            <a:chOff x="3090235" y="120445"/>
            <a:chExt cx="5867785" cy="661711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3F3CD70-8AB9-EE62-C78C-0279C690B52E}"/>
                </a:ext>
              </a:extLst>
            </p:cNvPr>
            <p:cNvGrpSpPr/>
            <p:nvPr/>
          </p:nvGrpSpPr>
          <p:grpSpPr>
            <a:xfrm>
              <a:off x="3090235" y="120445"/>
              <a:ext cx="5867785" cy="6617110"/>
              <a:chOff x="3090394" y="108155"/>
              <a:chExt cx="5867785" cy="661711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5BDA63C-9328-78B2-4677-9AFF8CE9EA6C}"/>
                  </a:ext>
                </a:extLst>
              </p:cNvPr>
              <p:cNvSpPr/>
              <p:nvPr/>
            </p:nvSpPr>
            <p:spPr>
              <a:xfrm>
                <a:off x="5702860" y="5688862"/>
                <a:ext cx="678810" cy="311009"/>
              </a:xfrm>
              <a:prstGeom prst="rect">
                <a:avLst/>
              </a:prstGeom>
              <a:solidFill>
                <a:srgbClr val="33AAE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DDC83DA0-62D9-974D-9600-4C52BE739A87}"/>
                  </a:ext>
                </a:extLst>
              </p:cNvPr>
              <p:cNvGrpSpPr/>
              <p:nvPr/>
            </p:nvGrpSpPr>
            <p:grpSpPr>
              <a:xfrm>
                <a:off x="3090394" y="108155"/>
                <a:ext cx="5867785" cy="6617110"/>
                <a:chOff x="3090394" y="108155"/>
                <a:chExt cx="5867785" cy="6617110"/>
              </a:xfrm>
            </p:grpSpPr>
            <p:pic>
              <p:nvPicPr>
                <p:cNvPr id="2" name="Picture 1">
                  <a:extLst>
                    <a:ext uri="{FF2B5EF4-FFF2-40B4-BE49-F238E27FC236}">
                      <a16:creationId xmlns:a16="http://schemas.microsoft.com/office/drawing/2014/main" id="{7FB58AB6-829A-5A7F-E776-E0A9F06DD0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l="23569" t="12201" r="25360" b="18743"/>
                <a:stretch/>
              </p:blipFill>
              <p:spPr>
                <a:xfrm>
                  <a:off x="5515897" y="2802194"/>
                  <a:ext cx="1120877" cy="1145124"/>
                </a:xfrm>
                <a:prstGeom prst="rect">
                  <a:avLst/>
                </a:prstGeom>
              </p:spPr>
            </p:pic>
            <p:pic>
              <p:nvPicPr>
                <p:cNvPr id="3" name="Picture 2">
                  <a:extLst>
                    <a:ext uri="{FF2B5EF4-FFF2-40B4-BE49-F238E27FC236}">
                      <a16:creationId xmlns:a16="http://schemas.microsoft.com/office/drawing/2014/main" id="{C32AE24A-2742-0899-96C7-13F96630AD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l="54980" t="72026" r="39565" b="21315"/>
                <a:stretch/>
              </p:blipFill>
              <p:spPr>
                <a:xfrm>
                  <a:off x="3773277" y="5249275"/>
                  <a:ext cx="412899" cy="569618"/>
                </a:xfrm>
                <a:prstGeom prst="rect">
                  <a:avLst/>
                </a:prstGeom>
                <a:ln>
                  <a:noFill/>
                </a:ln>
              </p:spPr>
            </p:pic>
            <p:pic>
              <p:nvPicPr>
                <p:cNvPr id="4" name="Picture 3">
                  <a:extLst>
                    <a:ext uri="{FF2B5EF4-FFF2-40B4-BE49-F238E27FC236}">
                      <a16:creationId xmlns:a16="http://schemas.microsoft.com/office/drawing/2014/main" id="{70FE8C5A-8901-A5BE-3829-98BDE5CF92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l="54980" t="72026" r="39565" b="21315"/>
                <a:stretch/>
              </p:blipFill>
              <p:spPr>
                <a:xfrm>
                  <a:off x="5259288" y="5286129"/>
                  <a:ext cx="443572" cy="532764"/>
                </a:xfrm>
                <a:prstGeom prst="rect">
                  <a:avLst/>
                </a:prstGeom>
                <a:ln>
                  <a:noFill/>
                </a:ln>
              </p:spPr>
            </p:pic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5F54FB4C-98C5-F7F9-F1E3-1C4AC7E3AA5E}"/>
                    </a:ext>
                  </a:extLst>
                </p:cNvPr>
                <p:cNvSpPr/>
                <p:nvPr/>
              </p:nvSpPr>
              <p:spPr>
                <a:xfrm>
                  <a:off x="3090394" y="108155"/>
                  <a:ext cx="5867785" cy="661711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EA42310-9A00-93CD-948C-141E7851ECB8}"/>
                    </a:ext>
                  </a:extLst>
                </p:cNvPr>
                <p:cNvSpPr txBox="1"/>
                <p:nvPr/>
              </p:nvSpPr>
              <p:spPr>
                <a:xfrm>
                  <a:off x="3558540" y="776459"/>
                  <a:ext cx="516193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1453896">
                    <a:spcAft>
                      <a:spcPts val="600"/>
                    </a:spcAft>
                  </a:pPr>
                  <a:r>
                    <a:rPr lang="en-US" kern="1200" dirty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rPr>
                    <a:t>Instruction Text: “Exam in progress. Please wait.” </a:t>
                  </a:r>
                  <a:endParaRPr lang="en-US" sz="1100" dirty="0"/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BB54681-FE79-B73A-094A-C212943AA606}"/>
                    </a:ext>
                  </a:extLst>
                </p:cNvPr>
                <p:cNvSpPr txBox="1"/>
                <p:nvPr/>
              </p:nvSpPr>
              <p:spPr>
                <a:xfrm>
                  <a:off x="3539699" y="260573"/>
                  <a:ext cx="5418480" cy="532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1453896">
                    <a:spcAft>
                      <a:spcPts val="600"/>
                    </a:spcAft>
                  </a:pPr>
                  <a:r>
                    <a:rPr lang="en-US" sz="2862" b="1" kern="1200" dirty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rPr>
                    <a:t>Title: “DP-gram” </a:t>
                  </a:r>
                  <a:endParaRPr lang="en-US" b="1" dirty="0"/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40D183B3-1B53-FC95-AA75-79339CDC72AB}"/>
                    </a:ext>
                  </a:extLst>
                </p:cNvPr>
                <p:cNvSpPr/>
                <p:nvPr/>
              </p:nvSpPr>
              <p:spPr>
                <a:xfrm>
                  <a:off x="6359256" y="3955038"/>
                  <a:ext cx="1473800" cy="4579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11" name="Flowchart: Terminator 10">
              <a:extLst>
                <a:ext uri="{FF2B5EF4-FFF2-40B4-BE49-F238E27FC236}">
                  <a16:creationId xmlns:a16="http://schemas.microsoft.com/office/drawing/2014/main" id="{A66E0D3A-CA70-AF7E-1BD1-2CC8FEA906BF}"/>
                </a:ext>
              </a:extLst>
            </p:cNvPr>
            <p:cNvSpPr/>
            <p:nvPr/>
          </p:nvSpPr>
          <p:spPr>
            <a:xfrm>
              <a:off x="6825083" y="5856656"/>
              <a:ext cx="1327450" cy="546260"/>
            </a:xfrm>
            <a:prstGeom prst="flowChartTerminator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Next</a:t>
              </a:r>
              <a:endParaRPr lang="en-US" dirty="0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ADCF599-63B3-BF6B-3598-BF7EC630439D}"/>
                </a:ext>
              </a:extLst>
            </p:cNvPr>
            <p:cNvSpPr/>
            <p:nvPr/>
          </p:nvSpPr>
          <p:spPr>
            <a:xfrm>
              <a:off x="3678348" y="5065873"/>
              <a:ext cx="4795974" cy="3463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8B3C557B-FF12-1CD9-B572-93C7A973DB0D}"/>
                </a:ext>
              </a:extLst>
            </p:cNvPr>
            <p:cNvSpPr/>
            <p:nvPr/>
          </p:nvSpPr>
          <p:spPr>
            <a:xfrm>
              <a:off x="3678348" y="5061494"/>
              <a:ext cx="3818007" cy="346332"/>
            </a:xfrm>
            <a:prstGeom prst="roundRect">
              <a:avLst/>
            </a:prstGeom>
            <a:solidFill>
              <a:srgbClr val="33AA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9F218D7-B754-E6DA-9A39-41A7CB1FDBAD}"/>
                </a:ext>
              </a:extLst>
            </p:cNvPr>
            <p:cNvSpPr txBox="1"/>
            <p:nvPr/>
          </p:nvSpPr>
          <p:spPr>
            <a:xfrm>
              <a:off x="5551295" y="4759196"/>
              <a:ext cx="105740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Completed</a:t>
              </a:r>
            </a:p>
          </p:txBody>
        </p:sp>
        <p:sp>
          <p:nvSpPr>
            <p:cNvPr id="6" name="Flowchart: Terminator 5">
              <a:extLst>
                <a:ext uri="{FF2B5EF4-FFF2-40B4-BE49-F238E27FC236}">
                  <a16:creationId xmlns:a16="http://schemas.microsoft.com/office/drawing/2014/main" id="{7834EFD9-8B62-312B-24B4-9CC41DC25D38}"/>
                </a:ext>
              </a:extLst>
            </p:cNvPr>
            <p:cNvSpPr/>
            <p:nvPr/>
          </p:nvSpPr>
          <p:spPr>
            <a:xfrm>
              <a:off x="4039468" y="5856656"/>
              <a:ext cx="1327450" cy="546260"/>
            </a:xfrm>
            <a:prstGeom prst="flowChartTerminator">
              <a:avLst/>
            </a:prstGeom>
            <a:solidFill>
              <a:srgbClr val="FF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Abort</a:t>
              </a:r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C400713-2B34-C58C-7C3C-66C1693E2DA5}"/>
                </a:ext>
              </a:extLst>
            </p:cNvPr>
            <p:cNvSpPr/>
            <p:nvPr/>
          </p:nvSpPr>
          <p:spPr>
            <a:xfrm>
              <a:off x="4095278" y="3252159"/>
              <a:ext cx="189782" cy="8540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156EBAE-98EF-52EB-2209-ED36847F6E12}"/>
                </a:ext>
              </a:extLst>
            </p:cNvPr>
            <p:cNvSpPr/>
            <p:nvPr/>
          </p:nvSpPr>
          <p:spPr>
            <a:xfrm>
              <a:off x="4073972" y="1777042"/>
              <a:ext cx="245592" cy="14707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EDB612F1-87AD-2D98-3026-A53187457AC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143"/>
          <a:stretch>
            <a:fillRect/>
          </a:stretch>
        </p:blipFill>
        <p:spPr>
          <a:xfrm>
            <a:off x="3634002" y="1283305"/>
            <a:ext cx="4049067" cy="2789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847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89F9D3F-55B3-06D6-8DFD-79DA92CE5ED5}"/>
              </a:ext>
            </a:extLst>
          </p:cNvPr>
          <p:cNvGrpSpPr/>
          <p:nvPr/>
        </p:nvGrpSpPr>
        <p:grpSpPr>
          <a:xfrm>
            <a:off x="3162107" y="0"/>
            <a:ext cx="5867785" cy="6617110"/>
            <a:chOff x="3162107" y="120445"/>
            <a:chExt cx="5867785" cy="661711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D4199F5-0950-0B7D-692D-A5BE0454F56A}"/>
                </a:ext>
              </a:extLst>
            </p:cNvPr>
            <p:cNvGrpSpPr/>
            <p:nvPr/>
          </p:nvGrpSpPr>
          <p:grpSpPr>
            <a:xfrm>
              <a:off x="3162107" y="120445"/>
              <a:ext cx="5867785" cy="6617110"/>
              <a:chOff x="3142601" y="108155"/>
              <a:chExt cx="5867785" cy="6617110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FEDE237-E189-BA08-87B9-9F39E0065E92}"/>
                  </a:ext>
                </a:extLst>
              </p:cNvPr>
              <p:cNvSpPr/>
              <p:nvPr/>
            </p:nvSpPr>
            <p:spPr>
              <a:xfrm>
                <a:off x="5702860" y="5688862"/>
                <a:ext cx="678810" cy="311009"/>
              </a:xfrm>
              <a:prstGeom prst="rect">
                <a:avLst/>
              </a:prstGeom>
              <a:solidFill>
                <a:srgbClr val="33AAE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ADC7AAA-72A0-2397-52FD-30AEF3056322}"/>
                  </a:ext>
                </a:extLst>
              </p:cNvPr>
              <p:cNvGrpSpPr/>
              <p:nvPr/>
            </p:nvGrpSpPr>
            <p:grpSpPr>
              <a:xfrm>
                <a:off x="3142601" y="108155"/>
                <a:ext cx="5867785" cy="6617110"/>
                <a:chOff x="3142601" y="108155"/>
                <a:chExt cx="5867785" cy="6617110"/>
              </a:xfrm>
            </p:grpSpPr>
            <p:pic>
              <p:nvPicPr>
                <p:cNvPr id="9" name="Picture 8">
                  <a:extLst>
                    <a:ext uri="{FF2B5EF4-FFF2-40B4-BE49-F238E27FC236}">
                      <a16:creationId xmlns:a16="http://schemas.microsoft.com/office/drawing/2014/main" id="{B4B32330-F8B9-1594-636A-592ED40566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l="23569" t="12201" r="25360" b="18743"/>
                <a:stretch/>
              </p:blipFill>
              <p:spPr>
                <a:xfrm>
                  <a:off x="5515897" y="2802194"/>
                  <a:ext cx="1120877" cy="1145124"/>
                </a:xfrm>
                <a:prstGeom prst="rect">
                  <a:avLst/>
                </a:prstGeom>
              </p:spPr>
            </p:pic>
            <p:pic>
              <p:nvPicPr>
                <p:cNvPr id="10" name="Picture 9">
                  <a:extLst>
                    <a:ext uri="{FF2B5EF4-FFF2-40B4-BE49-F238E27FC236}">
                      <a16:creationId xmlns:a16="http://schemas.microsoft.com/office/drawing/2014/main" id="{BA224756-A64F-C5D9-7E1C-5744781CF2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l="54980" t="72026" r="39565" b="21315"/>
                <a:stretch/>
              </p:blipFill>
              <p:spPr>
                <a:xfrm>
                  <a:off x="3773277" y="5249275"/>
                  <a:ext cx="412899" cy="569618"/>
                </a:xfrm>
                <a:prstGeom prst="rect">
                  <a:avLst/>
                </a:prstGeom>
                <a:ln>
                  <a:noFill/>
                </a:ln>
              </p:spPr>
            </p:pic>
            <p:pic>
              <p:nvPicPr>
                <p:cNvPr id="11" name="Picture 10">
                  <a:extLst>
                    <a:ext uri="{FF2B5EF4-FFF2-40B4-BE49-F238E27FC236}">
                      <a16:creationId xmlns:a16="http://schemas.microsoft.com/office/drawing/2014/main" id="{025D137C-1CC4-CA4F-E045-EA6C07EB82D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l="54980" t="72026" r="39565" b="21315"/>
                <a:stretch/>
              </p:blipFill>
              <p:spPr>
                <a:xfrm>
                  <a:off x="5259288" y="5286129"/>
                  <a:ext cx="443572" cy="532764"/>
                </a:xfrm>
                <a:prstGeom prst="rect">
                  <a:avLst/>
                </a:prstGeom>
                <a:ln>
                  <a:noFill/>
                </a:ln>
              </p:spPr>
            </p:pic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0F356553-95AF-2B06-58BC-70D416BEEAA2}"/>
                    </a:ext>
                  </a:extLst>
                </p:cNvPr>
                <p:cNvSpPr/>
                <p:nvPr/>
              </p:nvSpPr>
              <p:spPr>
                <a:xfrm>
                  <a:off x="3142601" y="108155"/>
                  <a:ext cx="5867785" cy="661711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4F286D99-E606-52E4-0C8D-EBD4D7175291}"/>
                    </a:ext>
                  </a:extLst>
                </p:cNvPr>
                <p:cNvSpPr txBox="1"/>
                <p:nvPr/>
              </p:nvSpPr>
              <p:spPr>
                <a:xfrm>
                  <a:off x="3539699" y="364730"/>
                  <a:ext cx="5418480" cy="532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1453896">
                    <a:spcAft>
                      <a:spcPts val="600"/>
                    </a:spcAft>
                  </a:pPr>
                  <a:r>
                    <a:rPr lang="en-US" sz="2862" b="1" kern="1200" dirty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rPr>
                    <a:t>Results: DP-gram</a:t>
                  </a:r>
                  <a:endParaRPr lang="en-US" b="1" dirty="0"/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D0828BE7-D62F-2D15-F185-844CB2E85430}"/>
                    </a:ext>
                  </a:extLst>
                </p:cNvPr>
                <p:cNvSpPr/>
                <p:nvPr/>
              </p:nvSpPr>
              <p:spPr>
                <a:xfrm>
                  <a:off x="6359256" y="3955038"/>
                  <a:ext cx="1473800" cy="4579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17" name="Flowchart: Terminator 16">
              <a:extLst>
                <a:ext uri="{FF2B5EF4-FFF2-40B4-BE49-F238E27FC236}">
                  <a16:creationId xmlns:a16="http://schemas.microsoft.com/office/drawing/2014/main" id="{F3B818B2-CDB1-4AEC-6D27-2CCA3EA6029A}"/>
                </a:ext>
              </a:extLst>
            </p:cNvPr>
            <p:cNvSpPr/>
            <p:nvPr/>
          </p:nvSpPr>
          <p:spPr>
            <a:xfrm>
              <a:off x="5412451" y="5920355"/>
              <a:ext cx="1327450" cy="546260"/>
            </a:xfrm>
            <a:prstGeom prst="flowChartTerminator">
              <a:avLst/>
            </a:prstGeom>
            <a:solidFill>
              <a:srgbClr val="33AAEE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Finish</a:t>
              </a:r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1CD184D-0421-5DA0-F893-12B29A7521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169"/>
            <a:stretch>
              <a:fillRect/>
            </a:stretch>
          </p:blipFill>
          <p:spPr>
            <a:xfrm>
              <a:off x="3345212" y="1700766"/>
              <a:ext cx="5503333" cy="37903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03563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839</TotalTime>
  <Words>74</Words>
  <Application>Microsoft Office PowerPoint</Application>
  <PresentationFormat>Widescreen</PresentationFormat>
  <Paragraphs>22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Veronique Archambault-Leger</dc:creator>
  <cp:lastModifiedBy>Veronique Archambault-Leger</cp:lastModifiedBy>
  <cp:revision>20</cp:revision>
  <dcterms:created xsi:type="dcterms:W3CDTF">2024-09-25T14:30:46Z</dcterms:created>
  <dcterms:modified xsi:type="dcterms:W3CDTF">2026-08-19T17:49:10Z</dcterms:modified>
</cp:coreProperties>
</file>