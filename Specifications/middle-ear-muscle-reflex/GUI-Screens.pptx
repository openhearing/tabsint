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1" r:id="rId2"/>
    <p:sldId id="260" r:id="rId3"/>
    <p:sldId id="259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3AA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80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720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C3BBC4-1EA8-7744-8CEC-0ED8A37F66B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07FF00A-DAD9-CB0B-FC4B-0BA3513232C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34E6485-B1F6-C3B2-8697-F2F63BCA2D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783203-F72E-42D3-9F56-E7123AD26E23}" type="datetimeFigureOut">
              <a:rPr lang="en-US" smtClean="0"/>
              <a:t>7/3/2025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DE250A2-92E1-25C2-46E6-D35B9FB40D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B23902C-CE80-E1BD-C9B8-115D3A59C0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3B675-157A-4914-A0FF-2C5BE5FC8A9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8061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A888B7-006D-FB76-7201-AAA0B7ABFC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13021E-77D2-B47C-9808-ED9E16E0D81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9205309-A696-0526-1C40-4B8BCCFE7B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783203-F72E-42D3-9F56-E7123AD26E23}" type="datetimeFigureOut">
              <a:rPr lang="en-US" smtClean="0"/>
              <a:t>7/3/2025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3D19F23-4EDC-CC3D-ED4D-B7BDD3C2C4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6E73B9-05ED-1941-C019-FC2EA5EF7A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3B675-157A-4914-A0FF-2C5BE5FC8A9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98776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166D50-47A9-B431-9B00-B3796FA38C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71F660E-4672-BADB-B0B4-469C380A974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7FCD99-EA9B-0B8C-3AAE-85A192E3F7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783203-F72E-42D3-9F56-E7123AD26E23}" type="datetimeFigureOut">
              <a:rPr lang="en-US" smtClean="0"/>
              <a:t>7/3/2025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F03E615-BC56-AAC2-06B6-F030437983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C5B9A72-7C79-07C6-6CD9-3F561DB436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3B675-157A-4914-A0FF-2C5BE5FC8A9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209971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392DB6-2580-9160-CAC4-B3A7EBF0C1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F4B5DB-8A93-3C3A-AB84-62E4AE05B4A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3F3E64F-C1C3-D56A-820D-38A2CBF3980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D37EB17-7F99-128E-C7F3-0319825E8C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783203-F72E-42D3-9F56-E7123AD26E23}" type="datetimeFigureOut">
              <a:rPr lang="en-US" smtClean="0"/>
              <a:t>7/3/2025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C02DB99-5333-EB13-1957-B041B3EEA8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093AC6E-C4C6-72C7-67B4-A71E702574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3B675-157A-4914-A0FF-2C5BE5FC8A9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054868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42EBE3-9FC3-5EDB-D2D4-B2A0DE8797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0F82E16-91F4-50FE-10FA-8411BB66285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CF8C6B2-461D-0328-76D0-D2049928E8C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5DA9A1F-43AA-5A0A-778D-7FB0F50EF9C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7A4931F-9810-6511-D6FD-B5F146B8859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49F889B-4F8E-BBA8-29A6-10DBEF5529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783203-F72E-42D3-9F56-E7123AD26E23}" type="datetimeFigureOut">
              <a:rPr lang="en-US" smtClean="0"/>
              <a:t>7/3/2025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EC428BD-FDFF-D0B8-9F54-F421F46E1A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83A3D73-AEAE-DC05-218C-B29C148DF1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3B675-157A-4914-A0FF-2C5BE5FC8A9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436460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443651-17F6-2F42-DA5B-96F2B8360C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7431013-917A-BA56-30EE-1D7AC8931B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783203-F72E-42D3-9F56-E7123AD26E23}" type="datetimeFigureOut">
              <a:rPr lang="en-US" smtClean="0"/>
              <a:t>7/3/2025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0976923-2425-35AF-6665-43A8BADA37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5421ECF-603D-888D-E14C-5EF4DE987E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3B675-157A-4914-A0FF-2C5BE5FC8A9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800132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67F4DF2-0EDB-9A6F-3CAC-0EB23B6FA7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783203-F72E-42D3-9F56-E7123AD26E23}" type="datetimeFigureOut">
              <a:rPr lang="en-US" smtClean="0"/>
              <a:t>7/3/2025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4B79577-3C9A-05B3-FE90-ED4F9917DD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2C7372A-03AD-C65E-C809-71EEE67377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3B675-157A-4914-A0FF-2C5BE5FC8A9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57839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3A18AB-057D-B3CB-96F0-F924E99D68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88F5D5-4358-E744-77EB-7EEC9EBD528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2F81F58-8B17-19B9-18E3-0816EE37400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B590645-65A5-28A3-29AA-FC190D43AA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783203-F72E-42D3-9F56-E7123AD26E23}" type="datetimeFigureOut">
              <a:rPr lang="en-US" smtClean="0"/>
              <a:t>7/3/2025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C96651E-2518-6ABC-C6FE-A706A740F5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EB2E69A-072F-5A02-2A80-E4E2C3295B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3B675-157A-4914-A0FF-2C5BE5FC8A9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95095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6B5C76-8FF0-DFB6-D898-20BA60513F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E641ACB-43CA-8593-0E32-7963410A0C0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6F07CA1-3AAA-8DEF-E2E8-5C7EDAE865E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BCB34BE-D95C-A72A-B942-5B6D967AE0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783203-F72E-42D3-9F56-E7123AD26E23}" type="datetimeFigureOut">
              <a:rPr lang="en-US" smtClean="0"/>
              <a:t>7/3/2025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375CF53-6CC5-D2B3-D242-6A1444E693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8C8DDC4-B4C2-645F-3BDC-E3269F9F5A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3B675-157A-4914-A0FF-2C5BE5FC8A9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371439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3E807F-19E1-40D4-B457-B330A49502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93701BB-1FF5-B7B6-0F60-C515FB74B03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0C7FE47-2393-C1B9-DD2A-A83E1871D9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783203-F72E-42D3-9F56-E7123AD26E23}" type="datetimeFigureOut">
              <a:rPr lang="en-US" smtClean="0"/>
              <a:t>7/3/2025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70DB8A-9A08-92B9-C665-A31D89D02B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C9F3210-2262-034A-ACFE-C48C2E5095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3B675-157A-4914-A0FF-2C5BE5FC8A9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830926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13A40E8-E40E-0233-EBA7-4439BAD2F94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A18A00B-30FF-DA4D-AAC0-D2A7756C953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4B639B5-BF63-CE3D-4A8F-1818BF5617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783203-F72E-42D3-9F56-E7123AD26E23}" type="datetimeFigureOut">
              <a:rPr lang="en-US" smtClean="0"/>
              <a:t>7/3/2025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2E1D78-2D83-6EEF-DE40-912BE03823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3909E6E-F5EE-5C8E-8AD7-DA7C8BD764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3B675-157A-4914-A0FF-2C5BE5FC8A9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407010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937E907-58C2-6E3D-6F29-411DA4046A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602E305-FB92-1B36-56A2-4148AC341C8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B3F6FE0-6DF6-6DA9-E686-D9F920FFC1A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E783203-F72E-42D3-9F56-E7123AD26E23}" type="datetimeFigureOut">
              <a:rPr lang="en-US" smtClean="0"/>
              <a:t>7/3/2025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36F6571-B3C3-8856-0AFE-0542BDE4B20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DB942F0-A180-A893-3278-9C8C126AAE9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D23B675-157A-4914-A0FF-2C5BE5FC8A9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85606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1CC89DB-444E-8543-1B09-FC057A4A22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9">
            <a:extLst>
              <a:ext uri="{FF2B5EF4-FFF2-40B4-BE49-F238E27FC236}">
                <a16:creationId xmlns:a16="http://schemas.microsoft.com/office/drawing/2014/main" id="{4F0A3D0B-3FD8-B0AD-808C-0B9A460482BF}"/>
              </a:ext>
            </a:extLst>
          </p:cNvPr>
          <p:cNvGrpSpPr/>
          <p:nvPr/>
        </p:nvGrpSpPr>
        <p:grpSpPr>
          <a:xfrm>
            <a:off x="3142442" y="120445"/>
            <a:ext cx="5867785" cy="6617110"/>
            <a:chOff x="3142601" y="108155"/>
            <a:chExt cx="5867785" cy="6617110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1DA75953-14F7-A4DF-05AF-C28903460778}"/>
                </a:ext>
              </a:extLst>
            </p:cNvPr>
            <p:cNvSpPr/>
            <p:nvPr/>
          </p:nvSpPr>
          <p:spPr>
            <a:xfrm>
              <a:off x="5702860" y="5688862"/>
              <a:ext cx="678810" cy="311009"/>
            </a:xfrm>
            <a:prstGeom prst="rect">
              <a:avLst/>
            </a:prstGeom>
            <a:solidFill>
              <a:srgbClr val="33AAEE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75" name="Group 74">
              <a:extLst>
                <a:ext uri="{FF2B5EF4-FFF2-40B4-BE49-F238E27FC236}">
                  <a16:creationId xmlns:a16="http://schemas.microsoft.com/office/drawing/2014/main" id="{5C1EA7FF-3904-1ED2-E44F-D1A04EE1770C}"/>
                </a:ext>
              </a:extLst>
            </p:cNvPr>
            <p:cNvGrpSpPr/>
            <p:nvPr/>
          </p:nvGrpSpPr>
          <p:grpSpPr>
            <a:xfrm>
              <a:off x="3142601" y="108155"/>
              <a:ext cx="5867785" cy="6617110"/>
              <a:chOff x="3142601" y="108155"/>
              <a:chExt cx="5867785" cy="6617110"/>
            </a:xfrm>
          </p:grpSpPr>
          <p:pic>
            <p:nvPicPr>
              <p:cNvPr id="2" name="Picture 1">
                <a:extLst>
                  <a:ext uri="{FF2B5EF4-FFF2-40B4-BE49-F238E27FC236}">
                    <a16:creationId xmlns:a16="http://schemas.microsoft.com/office/drawing/2014/main" id="{47AB3E6A-4E79-C706-4CEB-E9C1BCA799E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rcRect l="23569" t="12201" r="25360" b="18743"/>
              <a:stretch/>
            </p:blipFill>
            <p:spPr>
              <a:xfrm>
                <a:off x="5515897" y="2802194"/>
                <a:ext cx="1120877" cy="1145124"/>
              </a:xfrm>
              <a:prstGeom prst="rect">
                <a:avLst/>
              </a:prstGeom>
            </p:spPr>
          </p:pic>
          <p:pic>
            <p:nvPicPr>
              <p:cNvPr id="3" name="Picture 2">
                <a:extLst>
                  <a:ext uri="{FF2B5EF4-FFF2-40B4-BE49-F238E27FC236}">
                    <a16:creationId xmlns:a16="http://schemas.microsoft.com/office/drawing/2014/main" id="{44B98141-8B8E-9342-F607-3AE4945637C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rcRect l="54980" t="72026" r="39565" b="21315"/>
              <a:stretch/>
            </p:blipFill>
            <p:spPr>
              <a:xfrm>
                <a:off x="3773277" y="5249275"/>
                <a:ext cx="412899" cy="569618"/>
              </a:xfrm>
              <a:prstGeom prst="rect">
                <a:avLst/>
              </a:prstGeom>
              <a:ln>
                <a:noFill/>
              </a:ln>
            </p:spPr>
          </p:pic>
          <p:pic>
            <p:nvPicPr>
              <p:cNvPr id="4" name="Picture 3">
                <a:extLst>
                  <a:ext uri="{FF2B5EF4-FFF2-40B4-BE49-F238E27FC236}">
                    <a16:creationId xmlns:a16="http://schemas.microsoft.com/office/drawing/2014/main" id="{50242035-C593-E951-986A-CF67D47B3D1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rcRect l="54980" t="72026" r="39565" b="21315"/>
              <a:stretch/>
            </p:blipFill>
            <p:spPr>
              <a:xfrm>
                <a:off x="5259288" y="5286129"/>
                <a:ext cx="443572" cy="532764"/>
              </a:xfrm>
              <a:prstGeom prst="rect">
                <a:avLst/>
              </a:prstGeom>
              <a:ln>
                <a:noFill/>
              </a:ln>
            </p:spPr>
          </p:pic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C3BB0D6B-9954-E669-5792-C97C8CCF9101}"/>
                  </a:ext>
                </a:extLst>
              </p:cNvPr>
              <p:cNvSpPr/>
              <p:nvPr/>
            </p:nvSpPr>
            <p:spPr>
              <a:xfrm>
                <a:off x="3142601" y="108155"/>
                <a:ext cx="5867785" cy="661711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AEF74BA0-721D-2A2A-7019-C207B59E5258}"/>
                  </a:ext>
                </a:extLst>
              </p:cNvPr>
              <p:cNvSpPr txBox="1"/>
              <p:nvPr/>
            </p:nvSpPr>
            <p:spPr>
              <a:xfrm>
                <a:off x="3558540" y="776459"/>
                <a:ext cx="5161936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defTabSz="1453896">
                  <a:spcAft>
                    <a:spcPts val="600"/>
                  </a:spcAft>
                </a:pPr>
                <a:r>
                  <a:rPr lang="en-US" kern="1200" dirty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Instruction Text: “Press Submit to start</a:t>
                </a:r>
                <a:r>
                  <a:rPr lang="en-US" dirty="0"/>
                  <a:t> the exam</a:t>
                </a:r>
                <a:r>
                  <a:rPr lang="en-US" kern="1200" dirty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.” </a:t>
                </a:r>
                <a:endParaRPr lang="en-US" sz="1100" dirty="0"/>
              </a:p>
            </p:txBody>
          </p:sp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D9135137-931B-47AD-351F-B79014CE8598}"/>
                  </a:ext>
                </a:extLst>
              </p:cNvPr>
              <p:cNvSpPr txBox="1"/>
              <p:nvPr/>
            </p:nvSpPr>
            <p:spPr>
              <a:xfrm>
                <a:off x="3539699" y="260573"/>
                <a:ext cx="5418480" cy="532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defTabSz="1453896">
                  <a:spcAft>
                    <a:spcPts val="600"/>
                  </a:spcAft>
                </a:pPr>
                <a:r>
                  <a:rPr lang="en-US" sz="2862" b="1" kern="1200" dirty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Title: “MEMR” </a:t>
                </a:r>
                <a:endParaRPr lang="en-US" b="1" dirty="0"/>
              </a:p>
            </p:txBody>
          </p:sp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9AAD61A4-46DD-D30A-47CF-470475D639AF}"/>
                  </a:ext>
                </a:extLst>
              </p:cNvPr>
              <p:cNvSpPr/>
              <p:nvPr/>
            </p:nvSpPr>
            <p:spPr>
              <a:xfrm>
                <a:off x="6359256" y="3955038"/>
                <a:ext cx="1473800" cy="45790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sp>
        <p:nvSpPr>
          <p:cNvPr id="11" name="Flowchart: Terminator 10">
            <a:extLst>
              <a:ext uri="{FF2B5EF4-FFF2-40B4-BE49-F238E27FC236}">
                <a16:creationId xmlns:a16="http://schemas.microsoft.com/office/drawing/2014/main" id="{0EB41DC6-C773-EA6B-32FD-3A1D449F359A}"/>
              </a:ext>
            </a:extLst>
          </p:cNvPr>
          <p:cNvSpPr/>
          <p:nvPr/>
        </p:nvSpPr>
        <p:spPr>
          <a:xfrm>
            <a:off x="5412451" y="5920355"/>
            <a:ext cx="1327450" cy="546260"/>
          </a:xfrm>
          <a:prstGeom prst="flowChartTerminator">
            <a:avLst/>
          </a:prstGeom>
          <a:solidFill>
            <a:srgbClr val="33AAEE"/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Submit</a:t>
            </a:r>
            <a:endParaRPr lang="en-US" dirty="0"/>
          </a:p>
        </p:txBody>
      </p: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4E131278-6C5F-ED5D-98F4-03D3B47CD2E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51868384"/>
              </p:ext>
            </p:extLst>
          </p:nvPr>
        </p:nvGraphicFramePr>
        <p:xfrm>
          <a:off x="3678348" y="1422249"/>
          <a:ext cx="4795974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97987">
                  <a:extLst>
                    <a:ext uri="{9D8B030D-6E8A-4147-A177-3AD203B41FA5}">
                      <a16:colId xmlns:a16="http://schemas.microsoft.com/office/drawing/2014/main" val="2668354969"/>
                    </a:ext>
                  </a:extLst>
                </a:gridCol>
                <a:gridCol w="2397987">
                  <a:extLst>
                    <a:ext uri="{9D8B030D-6E8A-4147-A177-3AD203B41FA5}">
                      <a16:colId xmlns:a16="http://schemas.microsoft.com/office/drawing/2014/main" val="3965875387"/>
                    </a:ext>
                  </a:extLst>
                </a:gridCol>
              </a:tblGrid>
              <a:tr h="281251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bg2">
                              <a:lumMod val="25000"/>
                            </a:schemeClr>
                          </a:solidFill>
                        </a:rPr>
                        <a:t>Parameter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bg2">
                              <a:lumMod val="25000"/>
                            </a:schemeClr>
                          </a:solidFill>
                        </a:rPr>
                        <a:t>Value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73981942"/>
                  </a:ext>
                </a:extLst>
              </a:tr>
              <a:tr h="277398"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bg2">
                              <a:lumMod val="25000"/>
                            </a:schemeClr>
                          </a:solidFill>
                        </a:rPr>
                        <a:t>Sound File Name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bg2">
                              <a:lumMod val="25000"/>
                            </a:schemeClr>
                          </a:solidFill>
                        </a:rPr>
                        <a:t>[</a:t>
                      </a:r>
                      <a:r>
                        <a:rPr lang="en-US" sz="1400" dirty="0" err="1">
                          <a:solidFill>
                            <a:schemeClr val="bg2">
                              <a:lumMod val="25000"/>
                            </a:schemeClr>
                          </a:solidFill>
                        </a:rPr>
                        <a:t>SoundFileName</a:t>
                      </a:r>
                      <a:r>
                        <a:rPr lang="en-US" sz="1400" dirty="0">
                          <a:solidFill>
                            <a:schemeClr val="bg2">
                              <a:lumMod val="25000"/>
                            </a:schemeClr>
                          </a:solidFill>
                        </a:rPr>
                        <a:t>]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06087800"/>
                  </a:ext>
                </a:extLst>
              </a:tr>
              <a:tr h="281251"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bg2">
                              <a:lumMod val="25000"/>
                            </a:schemeClr>
                          </a:solidFill>
                        </a:rPr>
                        <a:t>Number of Trials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bg2">
                              <a:lumMod val="25000"/>
                            </a:schemeClr>
                          </a:solidFill>
                        </a:rPr>
                        <a:t>[</a:t>
                      </a:r>
                      <a:r>
                        <a:rPr lang="en-US" sz="1400" dirty="0" err="1">
                          <a:solidFill>
                            <a:schemeClr val="bg2">
                              <a:lumMod val="25000"/>
                            </a:schemeClr>
                          </a:solidFill>
                        </a:rPr>
                        <a:t>NumTrials</a:t>
                      </a:r>
                      <a:r>
                        <a:rPr lang="en-US" sz="1400" dirty="0">
                          <a:solidFill>
                            <a:schemeClr val="bg2">
                              <a:lumMod val="25000"/>
                            </a:schemeClr>
                          </a:solidFill>
                        </a:rPr>
                        <a:t>]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65106306"/>
                  </a:ext>
                </a:extLst>
              </a:tr>
              <a:tr h="281251"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bg2">
                              <a:lumMod val="25000"/>
                            </a:schemeClr>
                          </a:solidFill>
                        </a:rPr>
                        <a:t>Min Level [dB SPL]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bg2">
                              <a:lumMod val="25000"/>
                            </a:schemeClr>
                          </a:solidFill>
                        </a:rPr>
                        <a:t>min([</a:t>
                      </a:r>
                      <a:r>
                        <a:rPr lang="en-US" sz="1400" dirty="0" err="1">
                          <a:solidFill>
                            <a:schemeClr val="bg2">
                              <a:lumMod val="25000"/>
                            </a:schemeClr>
                          </a:solidFill>
                        </a:rPr>
                        <a:t>Level_dbSPL</a:t>
                      </a:r>
                      <a:r>
                        <a:rPr lang="en-US" sz="1400" dirty="0">
                          <a:solidFill>
                            <a:schemeClr val="bg2">
                              <a:lumMod val="25000"/>
                            </a:schemeClr>
                          </a:solidFill>
                        </a:rPr>
                        <a:t>])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5460091"/>
                  </a:ext>
                </a:extLst>
              </a:tr>
              <a:tr h="281251"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bg2">
                              <a:lumMod val="25000"/>
                            </a:schemeClr>
                          </a:solidFill>
                        </a:rPr>
                        <a:t>Max Level [dB SPL]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bg2">
                              <a:lumMod val="25000"/>
                            </a:schemeClr>
                          </a:solidFill>
                        </a:rPr>
                        <a:t>max([</a:t>
                      </a:r>
                      <a:r>
                        <a:rPr lang="en-US" sz="1400" dirty="0" err="1">
                          <a:solidFill>
                            <a:schemeClr val="bg2">
                              <a:lumMod val="25000"/>
                            </a:schemeClr>
                          </a:solidFill>
                        </a:rPr>
                        <a:t>Level_dbSPL</a:t>
                      </a:r>
                      <a:r>
                        <a:rPr lang="en-US" sz="1400" dirty="0">
                          <a:solidFill>
                            <a:schemeClr val="bg2">
                              <a:lumMod val="25000"/>
                            </a:schemeClr>
                          </a:solidFill>
                        </a:rPr>
                        <a:t>])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1407146"/>
                  </a:ext>
                </a:extLst>
              </a:tr>
              <a:tr h="281251"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bg2">
                              <a:lumMod val="25000"/>
                            </a:schemeClr>
                          </a:solidFill>
                        </a:rPr>
                        <a:t>Results File Name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bg2">
                              <a:lumMod val="25000"/>
                            </a:schemeClr>
                          </a:solidFill>
                        </a:rPr>
                        <a:t>[</a:t>
                      </a:r>
                      <a:r>
                        <a:rPr lang="en-US" sz="1400" dirty="0" err="1">
                          <a:solidFill>
                            <a:schemeClr val="bg2">
                              <a:lumMod val="25000"/>
                            </a:schemeClr>
                          </a:solidFill>
                        </a:rPr>
                        <a:t>RecordFileName</a:t>
                      </a:r>
                      <a:r>
                        <a:rPr lang="en-US" sz="1400" dirty="0">
                          <a:solidFill>
                            <a:schemeClr val="bg2">
                              <a:lumMod val="25000"/>
                            </a:schemeClr>
                          </a:solidFill>
                        </a:rPr>
                        <a:t>]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892384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8252296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4DA503E-3536-FF11-C80F-8E08313A13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9">
            <a:extLst>
              <a:ext uri="{FF2B5EF4-FFF2-40B4-BE49-F238E27FC236}">
                <a16:creationId xmlns:a16="http://schemas.microsoft.com/office/drawing/2014/main" id="{93F3CD70-8AB9-EE62-C78C-0279C690B52E}"/>
              </a:ext>
            </a:extLst>
          </p:cNvPr>
          <p:cNvGrpSpPr/>
          <p:nvPr/>
        </p:nvGrpSpPr>
        <p:grpSpPr>
          <a:xfrm>
            <a:off x="3142442" y="120445"/>
            <a:ext cx="5867785" cy="6617110"/>
            <a:chOff x="3142601" y="108155"/>
            <a:chExt cx="5867785" cy="6617110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F5BDA63C-9328-78B2-4677-9AFF8CE9EA6C}"/>
                </a:ext>
              </a:extLst>
            </p:cNvPr>
            <p:cNvSpPr/>
            <p:nvPr/>
          </p:nvSpPr>
          <p:spPr>
            <a:xfrm>
              <a:off x="5702860" y="5688862"/>
              <a:ext cx="678810" cy="311009"/>
            </a:xfrm>
            <a:prstGeom prst="rect">
              <a:avLst/>
            </a:prstGeom>
            <a:solidFill>
              <a:srgbClr val="33AAEE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75" name="Group 74">
              <a:extLst>
                <a:ext uri="{FF2B5EF4-FFF2-40B4-BE49-F238E27FC236}">
                  <a16:creationId xmlns:a16="http://schemas.microsoft.com/office/drawing/2014/main" id="{DDC83DA0-62D9-974D-9600-4C52BE739A87}"/>
                </a:ext>
              </a:extLst>
            </p:cNvPr>
            <p:cNvGrpSpPr/>
            <p:nvPr/>
          </p:nvGrpSpPr>
          <p:grpSpPr>
            <a:xfrm>
              <a:off x="3142601" y="108155"/>
              <a:ext cx="5867785" cy="6617110"/>
              <a:chOff x="3142601" y="108155"/>
              <a:chExt cx="5867785" cy="6617110"/>
            </a:xfrm>
          </p:grpSpPr>
          <p:pic>
            <p:nvPicPr>
              <p:cNvPr id="2" name="Picture 1">
                <a:extLst>
                  <a:ext uri="{FF2B5EF4-FFF2-40B4-BE49-F238E27FC236}">
                    <a16:creationId xmlns:a16="http://schemas.microsoft.com/office/drawing/2014/main" id="{7FB58AB6-829A-5A7F-E776-E0A9F06DD0A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rcRect l="23569" t="12201" r="25360" b="18743"/>
              <a:stretch/>
            </p:blipFill>
            <p:spPr>
              <a:xfrm>
                <a:off x="5515897" y="2802194"/>
                <a:ext cx="1120877" cy="1145124"/>
              </a:xfrm>
              <a:prstGeom prst="rect">
                <a:avLst/>
              </a:prstGeom>
            </p:spPr>
          </p:pic>
          <p:pic>
            <p:nvPicPr>
              <p:cNvPr id="3" name="Picture 2">
                <a:extLst>
                  <a:ext uri="{FF2B5EF4-FFF2-40B4-BE49-F238E27FC236}">
                    <a16:creationId xmlns:a16="http://schemas.microsoft.com/office/drawing/2014/main" id="{C32AE24A-2742-0899-96C7-13F96630AD8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rcRect l="54980" t="72026" r="39565" b="21315"/>
              <a:stretch/>
            </p:blipFill>
            <p:spPr>
              <a:xfrm>
                <a:off x="3773277" y="5249275"/>
                <a:ext cx="412899" cy="569618"/>
              </a:xfrm>
              <a:prstGeom prst="rect">
                <a:avLst/>
              </a:prstGeom>
              <a:ln>
                <a:noFill/>
              </a:ln>
            </p:spPr>
          </p:pic>
          <p:pic>
            <p:nvPicPr>
              <p:cNvPr id="4" name="Picture 3">
                <a:extLst>
                  <a:ext uri="{FF2B5EF4-FFF2-40B4-BE49-F238E27FC236}">
                    <a16:creationId xmlns:a16="http://schemas.microsoft.com/office/drawing/2014/main" id="{70FE8C5A-8901-A5BE-3829-98BDE5CF926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rcRect l="54980" t="72026" r="39565" b="21315"/>
              <a:stretch/>
            </p:blipFill>
            <p:spPr>
              <a:xfrm>
                <a:off x="5259288" y="5286129"/>
                <a:ext cx="443572" cy="532764"/>
              </a:xfrm>
              <a:prstGeom prst="rect">
                <a:avLst/>
              </a:prstGeom>
              <a:ln>
                <a:noFill/>
              </a:ln>
            </p:spPr>
          </p:pic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5F54FB4C-98C5-F7F9-F1E3-1C4AC7E3AA5E}"/>
                  </a:ext>
                </a:extLst>
              </p:cNvPr>
              <p:cNvSpPr/>
              <p:nvPr/>
            </p:nvSpPr>
            <p:spPr>
              <a:xfrm>
                <a:off x="3142601" y="108155"/>
                <a:ext cx="5867785" cy="661711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6EA42310-9A00-93CD-948C-141E7851ECB8}"/>
                  </a:ext>
                </a:extLst>
              </p:cNvPr>
              <p:cNvSpPr txBox="1"/>
              <p:nvPr/>
            </p:nvSpPr>
            <p:spPr>
              <a:xfrm>
                <a:off x="3558540" y="776459"/>
                <a:ext cx="5161936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defTabSz="1453896">
                  <a:spcAft>
                    <a:spcPts val="600"/>
                  </a:spcAft>
                </a:pPr>
                <a:r>
                  <a:rPr lang="en-US" kern="1200" dirty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Instruction Text: “Exam in progress. Please wait.” </a:t>
                </a:r>
                <a:endParaRPr lang="en-US" sz="1100" dirty="0"/>
              </a:p>
            </p:txBody>
          </p:sp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8BB54681-FE79-B73A-094A-C212943AA606}"/>
                  </a:ext>
                </a:extLst>
              </p:cNvPr>
              <p:cNvSpPr txBox="1"/>
              <p:nvPr/>
            </p:nvSpPr>
            <p:spPr>
              <a:xfrm>
                <a:off x="3539699" y="260573"/>
                <a:ext cx="5418480" cy="532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defTabSz="1453896">
                  <a:spcAft>
                    <a:spcPts val="600"/>
                  </a:spcAft>
                </a:pPr>
                <a:r>
                  <a:rPr lang="en-US" sz="2862" b="1" kern="1200" dirty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Title: “Swept DPOAE” </a:t>
                </a:r>
                <a:endParaRPr lang="en-US" b="1" dirty="0"/>
              </a:p>
            </p:txBody>
          </p:sp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40D183B3-1B53-FC95-AA75-79339CDC72AB}"/>
                  </a:ext>
                </a:extLst>
              </p:cNvPr>
              <p:cNvSpPr/>
              <p:nvPr/>
            </p:nvSpPr>
            <p:spPr>
              <a:xfrm>
                <a:off x="6359256" y="3955038"/>
                <a:ext cx="1473800" cy="45790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sp>
        <p:nvSpPr>
          <p:cNvPr id="11" name="Flowchart: Terminator 10">
            <a:extLst>
              <a:ext uri="{FF2B5EF4-FFF2-40B4-BE49-F238E27FC236}">
                <a16:creationId xmlns:a16="http://schemas.microsoft.com/office/drawing/2014/main" id="{A66E0D3A-CA70-AF7E-1BD1-2CC8FEA906BF}"/>
              </a:ext>
            </a:extLst>
          </p:cNvPr>
          <p:cNvSpPr/>
          <p:nvPr/>
        </p:nvSpPr>
        <p:spPr>
          <a:xfrm>
            <a:off x="6825083" y="5856656"/>
            <a:ext cx="1327450" cy="546260"/>
          </a:xfrm>
          <a:prstGeom prst="flowChartTerminator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Next</a:t>
            </a:r>
            <a:endParaRPr lang="en-US" dirty="0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BADCF599-63B3-BF6B-3598-BF7EC630439D}"/>
              </a:ext>
            </a:extLst>
          </p:cNvPr>
          <p:cNvSpPr/>
          <p:nvPr/>
        </p:nvSpPr>
        <p:spPr>
          <a:xfrm>
            <a:off x="3678348" y="5065873"/>
            <a:ext cx="4795974" cy="346332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8B3C557B-FF12-1CD9-B572-93C7A973DB0D}"/>
              </a:ext>
            </a:extLst>
          </p:cNvPr>
          <p:cNvSpPr/>
          <p:nvPr/>
        </p:nvSpPr>
        <p:spPr>
          <a:xfrm>
            <a:off x="3678348" y="5061494"/>
            <a:ext cx="3818007" cy="346332"/>
          </a:xfrm>
          <a:prstGeom prst="roundRect">
            <a:avLst/>
          </a:prstGeom>
          <a:solidFill>
            <a:srgbClr val="33AAE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9F218D7-B754-E6DA-9A39-41A7CB1FDBAD}"/>
              </a:ext>
            </a:extLst>
          </p:cNvPr>
          <p:cNvSpPr txBox="1"/>
          <p:nvPr/>
        </p:nvSpPr>
        <p:spPr>
          <a:xfrm>
            <a:off x="5551295" y="4759196"/>
            <a:ext cx="105740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Completed</a:t>
            </a:r>
          </a:p>
        </p:txBody>
      </p:sp>
      <p:sp>
        <p:nvSpPr>
          <p:cNvPr id="6" name="Flowchart: Terminator 5">
            <a:extLst>
              <a:ext uri="{FF2B5EF4-FFF2-40B4-BE49-F238E27FC236}">
                <a16:creationId xmlns:a16="http://schemas.microsoft.com/office/drawing/2014/main" id="{7834EFD9-8B62-312B-24B4-9CC41DC25D38}"/>
              </a:ext>
            </a:extLst>
          </p:cNvPr>
          <p:cNvSpPr/>
          <p:nvPr/>
        </p:nvSpPr>
        <p:spPr>
          <a:xfrm>
            <a:off x="4039468" y="5856656"/>
            <a:ext cx="1327450" cy="546260"/>
          </a:xfrm>
          <a:prstGeom prst="flowChartTerminator">
            <a:avLst/>
          </a:prstGeom>
          <a:solidFill>
            <a:srgbClr val="FF0000"/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Abort</a:t>
            </a:r>
            <a:endParaRPr lang="en-US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896BA1FF-F271-64E6-68D6-A07375F18B6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75" t="21456" r="6284" b="447"/>
          <a:stretch/>
        </p:blipFill>
        <p:spPr>
          <a:xfrm>
            <a:off x="4039468" y="1491716"/>
            <a:ext cx="3957220" cy="2987416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2565031A-1428-14DC-3301-DAAEC6E27F92}"/>
              </a:ext>
            </a:extLst>
          </p:cNvPr>
          <p:cNvSpPr/>
          <p:nvPr/>
        </p:nvSpPr>
        <p:spPr>
          <a:xfrm>
            <a:off x="6600074" y="1594980"/>
            <a:ext cx="1196282" cy="640483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900" b="1" dirty="0">
                <a:solidFill>
                  <a:srgbClr val="0070C0"/>
                </a:solidFill>
              </a:rPr>
              <a:t>O          </a:t>
            </a:r>
            <a:r>
              <a:rPr lang="en-US" sz="900" b="1" dirty="0">
                <a:solidFill>
                  <a:schemeClr val="tx1"/>
                </a:solidFill>
              </a:rPr>
              <a:t>DPOAE</a:t>
            </a:r>
            <a:endParaRPr lang="en-US" sz="900" b="1" dirty="0">
              <a:solidFill>
                <a:srgbClr val="0070C0"/>
              </a:solidFill>
            </a:endParaRPr>
          </a:p>
          <a:p>
            <a:endParaRPr lang="en-US" sz="900" dirty="0">
              <a:solidFill>
                <a:srgbClr val="0070C0"/>
              </a:solidFill>
            </a:endParaRPr>
          </a:p>
          <a:p>
            <a:r>
              <a:rPr lang="en-US" sz="900" b="1" dirty="0">
                <a:solidFill>
                  <a:srgbClr val="C00000"/>
                </a:solidFill>
              </a:rPr>
              <a:t>X          </a:t>
            </a:r>
            <a:r>
              <a:rPr lang="en-US" sz="900" b="1" dirty="0">
                <a:solidFill>
                  <a:schemeClr val="tx1"/>
                </a:solidFill>
              </a:rPr>
              <a:t>NOISE</a:t>
            </a:r>
            <a:endParaRPr lang="en-US" sz="900" b="1" dirty="0">
              <a:solidFill>
                <a:srgbClr val="C00000"/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C400713-2B34-C58C-7C3C-66C1693E2DA5}"/>
              </a:ext>
            </a:extLst>
          </p:cNvPr>
          <p:cNvSpPr/>
          <p:nvPr/>
        </p:nvSpPr>
        <p:spPr>
          <a:xfrm>
            <a:off x="4095278" y="3252159"/>
            <a:ext cx="189782" cy="85401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B156EBAE-98EF-52EB-2209-ED36847F6E12}"/>
              </a:ext>
            </a:extLst>
          </p:cNvPr>
          <p:cNvSpPr/>
          <p:nvPr/>
        </p:nvSpPr>
        <p:spPr>
          <a:xfrm>
            <a:off x="4073972" y="1777042"/>
            <a:ext cx="245592" cy="147073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8361E361-0E6C-37E7-B2B8-5EA6CA751E9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79202" y="2074887"/>
            <a:ext cx="261668" cy="1626079"/>
          </a:xfrm>
          <a:prstGeom prst="rect">
            <a:avLst/>
          </a:prstGeom>
        </p:spPr>
      </p:pic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4CED889C-5D23-2D61-E3A7-E444720AB004}"/>
              </a:ext>
            </a:extLst>
          </p:cNvPr>
          <p:cNvCxnSpPr/>
          <p:nvPr/>
        </p:nvCxnSpPr>
        <p:spPr>
          <a:xfrm flipH="1">
            <a:off x="6359097" y="4479132"/>
            <a:ext cx="895718" cy="0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9" name="Rectangle 28">
            <a:extLst>
              <a:ext uri="{FF2B5EF4-FFF2-40B4-BE49-F238E27FC236}">
                <a16:creationId xmlns:a16="http://schemas.microsoft.com/office/drawing/2014/main" id="{74590467-BED6-E84D-8D50-960D991E4977}"/>
              </a:ext>
            </a:extLst>
          </p:cNvPr>
          <p:cNvSpPr/>
          <p:nvPr/>
        </p:nvSpPr>
        <p:spPr>
          <a:xfrm>
            <a:off x="4364968" y="4123426"/>
            <a:ext cx="3588590" cy="141512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7F157F4-28D8-2958-B2F2-49C6F4D5E7B8}"/>
              </a:ext>
            </a:extLst>
          </p:cNvPr>
          <p:cNvSpPr txBox="1"/>
          <p:nvPr/>
        </p:nvSpPr>
        <p:spPr>
          <a:xfrm>
            <a:off x="4365599" y="4086718"/>
            <a:ext cx="48992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latin typeface="+mj-lt"/>
              </a:rPr>
              <a:t>500</a:t>
            </a:r>
            <a:endParaRPr lang="en-US" sz="1050" dirty="0">
              <a:latin typeface="+mj-lt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E009F830-5BEE-5093-48C6-73D6C67ECF9F}"/>
              </a:ext>
            </a:extLst>
          </p:cNvPr>
          <p:cNvSpPr txBox="1"/>
          <p:nvPr/>
        </p:nvSpPr>
        <p:spPr>
          <a:xfrm>
            <a:off x="5063783" y="4061128"/>
            <a:ext cx="34851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latin typeface="+mj-lt"/>
              </a:rPr>
              <a:t>1k</a:t>
            </a:r>
            <a:endParaRPr lang="en-US" sz="1050" dirty="0">
              <a:latin typeface="+mj-lt"/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1E02A35B-CDC0-081F-4389-A6AB755922B3}"/>
              </a:ext>
            </a:extLst>
          </p:cNvPr>
          <p:cNvSpPr txBox="1"/>
          <p:nvPr/>
        </p:nvSpPr>
        <p:spPr>
          <a:xfrm>
            <a:off x="5719581" y="4060249"/>
            <a:ext cx="38200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latin typeface="+mj-lt"/>
              </a:rPr>
              <a:t>2k</a:t>
            </a:r>
            <a:endParaRPr lang="en-US" sz="1050" dirty="0">
              <a:latin typeface="+mj-lt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F5068E25-AC7A-8F6B-3150-3FDA506ED7A1}"/>
              </a:ext>
            </a:extLst>
          </p:cNvPr>
          <p:cNvSpPr txBox="1"/>
          <p:nvPr/>
        </p:nvSpPr>
        <p:spPr>
          <a:xfrm>
            <a:off x="6388315" y="4053135"/>
            <a:ext cx="33269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latin typeface="+mj-lt"/>
              </a:rPr>
              <a:t>4k</a:t>
            </a:r>
            <a:endParaRPr lang="en-US" sz="1050" dirty="0">
              <a:latin typeface="+mj-lt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F5F8CDF-964A-629D-43BC-CAE9AF3B0564}"/>
              </a:ext>
            </a:extLst>
          </p:cNvPr>
          <p:cNvSpPr txBox="1"/>
          <p:nvPr/>
        </p:nvSpPr>
        <p:spPr>
          <a:xfrm>
            <a:off x="7048672" y="4041732"/>
            <a:ext cx="33269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latin typeface="+mj-lt"/>
              </a:rPr>
              <a:t>8k</a:t>
            </a:r>
            <a:endParaRPr lang="en-US" sz="1050" dirty="0">
              <a:latin typeface="+mj-lt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A77E979E-FE15-9C62-9A29-D7FC14187514}"/>
              </a:ext>
            </a:extLst>
          </p:cNvPr>
          <p:cNvSpPr txBox="1"/>
          <p:nvPr/>
        </p:nvSpPr>
        <p:spPr>
          <a:xfrm>
            <a:off x="7629461" y="4041732"/>
            <a:ext cx="43397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latin typeface="+mj-lt"/>
              </a:rPr>
              <a:t>16k</a:t>
            </a:r>
            <a:endParaRPr lang="en-US" sz="1050" dirty="0">
              <a:latin typeface="+mj-lt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3BAA99D-84EE-93A7-E5D0-14982EBDDE56}"/>
              </a:ext>
            </a:extLst>
          </p:cNvPr>
          <p:cNvSpPr/>
          <p:nvPr/>
        </p:nvSpPr>
        <p:spPr>
          <a:xfrm>
            <a:off x="12192000" y="4589253"/>
            <a:ext cx="914400" cy="9144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EC163EB-6A24-156D-1AEF-32E314BF12D5}"/>
              </a:ext>
            </a:extLst>
          </p:cNvPr>
          <p:cNvSpPr txBox="1"/>
          <p:nvPr/>
        </p:nvSpPr>
        <p:spPr>
          <a:xfrm>
            <a:off x="5039419" y="4253209"/>
            <a:ext cx="703911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latin typeface="+mj-lt"/>
              </a:rPr>
              <a:t>DPOAE</a:t>
            </a:r>
          </a:p>
        </p:txBody>
      </p:sp>
    </p:spTree>
    <p:extLst>
      <p:ext uri="{BB962C8B-B14F-4D97-AF65-F5344CB8AC3E}">
        <p14:creationId xmlns:p14="http://schemas.microsoft.com/office/powerpoint/2010/main" val="205384782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4D4199F5-0950-0B7D-692D-A5BE0454F56A}"/>
              </a:ext>
            </a:extLst>
          </p:cNvPr>
          <p:cNvGrpSpPr/>
          <p:nvPr/>
        </p:nvGrpSpPr>
        <p:grpSpPr>
          <a:xfrm>
            <a:off x="3142601" y="108155"/>
            <a:ext cx="5867785" cy="6617110"/>
            <a:chOff x="3142601" y="108155"/>
            <a:chExt cx="5867785" cy="6617110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FFEDE237-E189-BA08-87B9-9F39E0065E92}"/>
                </a:ext>
              </a:extLst>
            </p:cNvPr>
            <p:cNvSpPr/>
            <p:nvPr/>
          </p:nvSpPr>
          <p:spPr>
            <a:xfrm>
              <a:off x="5702860" y="5688862"/>
              <a:ext cx="678810" cy="311009"/>
            </a:xfrm>
            <a:prstGeom prst="rect">
              <a:avLst/>
            </a:prstGeom>
            <a:solidFill>
              <a:srgbClr val="33AAEE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6ADC7AAA-72A0-2397-52FD-30AEF3056322}"/>
                </a:ext>
              </a:extLst>
            </p:cNvPr>
            <p:cNvGrpSpPr/>
            <p:nvPr/>
          </p:nvGrpSpPr>
          <p:grpSpPr>
            <a:xfrm>
              <a:off x="3142601" y="108155"/>
              <a:ext cx="5867785" cy="6617110"/>
              <a:chOff x="3142601" y="108155"/>
              <a:chExt cx="5867785" cy="6617110"/>
            </a:xfrm>
          </p:grpSpPr>
          <p:pic>
            <p:nvPicPr>
              <p:cNvPr id="9" name="Picture 8">
                <a:extLst>
                  <a:ext uri="{FF2B5EF4-FFF2-40B4-BE49-F238E27FC236}">
                    <a16:creationId xmlns:a16="http://schemas.microsoft.com/office/drawing/2014/main" id="{B4B32330-F8B9-1594-636A-592ED40566F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rcRect l="23569" t="12201" r="25360" b="18743"/>
              <a:stretch/>
            </p:blipFill>
            <p:spPr>
              <a:xfrm>
                <a:off x="5515897" y="2802194"/>
                <a:ext cx="1120877" cy="1145124"/>
              </a:xfrm>
              <a:prstGeom prst="rect">
                <a:avLst/>
              </a:prstGeom>
            </p:spPr>
          </p:pic>
          <p:pic>
            <p:nvPicPr>
              <p:cNvPr id="10" name="Picture 9">
                <a:extLst>
                  <a:ext uri="{FF2B5EF4-FFF2-40B4-BE49-F238E27FC236}">
                    <a16:creationId xmlns:a16="http://schemas.microsoft.com/office/drawing/2014/main" id="{BA224756-A64F-C5D9-7E1C-5744781CF2E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rcRect l="54980" t="72026" r="39565" b="21315"/>
              <a:stretch/>
            </p:blipFill>
            <p:spPr>
              <a:xfrm>
                <a:off x="3773277" y="5249275"/>
                <a:ext cx="412899" cy="569618"/>
              </a:xfrm>
              <a:prstGeom prst="rect">
                <a:avLst/>
              </a:prstGeom>
              <a:ln>
                <a:noFill/>
              </a:ln>
            </p:spPr>
          </p:pic>
          <p:pic>
            <p:nvPicPr>
              <p:cNvPr id="11" name="Picture 10">
                <a:extLst>
                  <a:ext uri="{FF2B5EF4-FFF2-40B4-BE49-F238E27FC236}">
                    <a16:creationId xmlns:a16="http://schemas.microsoft.com/office/drawing/2014/main" id="{025D137C-1CC4-CA4F-E045-EA6C07EB82D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rcRect l="54980" t="72026" r="39565" b="21315"/>
              <a:stretch/>
            </p:blipFill>
            <p:spPr>
              <a:xfrm>
                <a:off x="5259288" y="5286129"/>
                <a:ext cx="443572" cy="532764"/>
              </a:xfrm>
              <a:prstGeom prst="rect">
                <a:avLst/>
              </a:prstGeom>
              <a:ln>
                <a:noFill/>
              </a:ln>
            </p:spPr>
          </p:pic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0F356553-95AF-2B06-58BC-70D416BEEAA2}"/>
                  </a:ext>
                </a:extLst>
              </p:cNvPr>
              <p:cNvSpPr/>
              <p:nvPr/>
            </p:nvSpPr>
            <p:spPr>
              <a:xfrm>
                <a:off x="3142601" y="108155"/>
                <a:ext cx="5867785" cy="661711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4F286D99-E606-52E4-0C8D-EBD4D7175291}"/>
                  </a:ext>
                </a:extLst>
              </p:cNvPr>
              <p:cNvSpPr txBox="1"/>
              <p:nvPr/>
            </p:nvSpPr>
            <p:spPr>
              <a:xfrm>
                <a:off x="3539699" y="364730"/>
                <a:ext cx="5418480" cy="532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defTabSz="1453896">
                  <a:spcAft>
                    <a:spcPts val="600"/>
                  </a:spcAft>
                </a:pPr>
                <a:r>
                  <a:rPr lang="en-US" sz="2862" b="1" kern="1200" dirty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Results: Swept DPOAE</a:t>
                </a:r>
                <a:endParaRPr lang="en-US" b="1" dirty="0"/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D0828BE7-D62F-2D15-F185-844CB2E85430}"/>
                  </a:ext>
                </a:extLst>
              </p:cNvPr>
              <p:cNvSpPr/>
              <p:nvPr/>
            </p:nvSpPr>
            <p:spPr>
              <a:xfrm>
                <a:off x="6359256" y="3955038"/>
                <a:ext cx="1473800" cy="45790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pic>
        <p:nvPicPr>
          <p:cNvPr id="5" name="Picture 4">
            <a:extLst>
              <a:ext uri="{FF2B5EF4-FFF2-40B4-BE49-F238E27FC236}">
                <a16:creationId xmlns:a16="http://schemas.microsoft.com/office/drawing/2014/main" id="{9F20DB1F-0429-8814-0076-D4DFA9DF318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26" t="21695" r="6766" b="454"/>
          <a:stretch/>
        </p:blipFill>
        <p:spPr>
          <a:xfrm>
            <a:off x="3706766" y="1502943"/>
            <a:ext cx="4670997" cy="3581820"/>
          </a:xfrm>
          <a:prstGeom prst="rect">
            <a:avLst/>
          </a:prstGeom>
          <a:ln>
            <a:noFill/>
          </a:ln>
        </p:spPr>
      </p:pic>
      <p:sp>
        <p:nvSpPr>
          <p:cNvPr id="17" name="Flowchart: Terminator 16">
            <a:extLst>
              <a:ext uri="{FF2B5EF4-FFF2-40B4-BE49-F238E27FC236}">
                <a16:creationId xmlns:a16="http://schemas.microsoft.com/office/drawing/2014/main" id="{F3B818B2-CDB1-4AEC-6D27-2CCA3EA6029A}"/>
              </a:ext>
            </a:extLst>
          </p:cNvPr>
          <p:cNvSpPr/>
          <p:nvPr/>
        </p:nvSpPr>
        <p:spPr>
          <a:xfrm>
            <a:off x="5412451" y="5920355"/>
            <a:ext cx="1327450" cy="546260"/>
          </a:xfrm>
          <a:prstGeom prst="flowChartTerminator">
            <a:avLst/>
          </a:prstGeom>
          <a:solidFill>
            <a:srgbClr val="33AAEE"/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Finish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0356390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768</TotalTime>
  <Words>97</Words>
  <Application>Microsoft Office PowerPoint</Application>
  <PresentationFormat>Widescreen</PresentationFormat>
  <Paragraphs>32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Veronique Archambault-Leger</dc:creator>
  <cp:lastModifiedBy>Brian Graybill</cp:lastModifiedBy>
  <cp:revision>19</cp:revision>
  <dcterms:created xsi:type="dcterms:W3CDTF">2024-09-25T14:30:46Z</dcterms:created>
  <dcterms:modified xsi:type="dcterms:W3CDTF">2025-07-03T19:51:00Z</dcterms:modified>
</cp:coreProperties>
</file>