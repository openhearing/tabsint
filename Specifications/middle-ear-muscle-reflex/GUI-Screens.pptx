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5_B1C5B05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0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F12675-B476-9C9C-3DDC-B9414340EA78}" name="Brian Graybill" initials="BG" userId="S::BGraybill@creare.com::dc391d0a-f6da-4b26-b919-bb1c044bef8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AA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8/10/relationships/authors" Target="authors.xml"/></Relationships>
</file>

<file path=ppt/comments/modernComment_105_B1C5B05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C806639-315B-4B31-9216-2810E251B41B}" authorId="{88F12675-B476-9C9C-3DDC-B9414340EA78}" created="2025-07-03T20:03:05.06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982522966" sldId="261"/>
      <ac:graphicFrameMk id="13" creationId="{4E131278-6C5F-ED5D-98F4-03D3B47CD2E3}"/>
      <ac:tblMk/>
      <ac:tcMk rowId="3630156756" colId="3965875387"/>
      <ac:txMk cp="0" len="15">
        <ac:context len="16" hash="1313032961"/>
      </ac:txMk>
    </ac:txMkLst>
    <p188:pos x="3827352" y="568476"/>
    <p188:txBody>
      <a:bodyPr/>
      <a:lstStyle/>
      <a:p>
        <a:r>
          <a:rPr lang="en-US"/>
          <a:t>Ask Vero/Blaine/Sam about this</a:t>
        </a:r>
      </a:p>
    </p188:txBody>
  </p188:cm>
  <p188:cm id="{2E8008AD-E049-463C-83ED-80FA3C36DB52}" authorId="{88F12675-B476-9C9C-3DDC-B9414340EA78}" created="2025-07-03T20:33:20.38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982522966" sldId="261"/>
      <ac:graphicFrameMk id="13" creationId="{4E131278-6C5F-ED5D-98F4-03D3B47CD2E3}"/>
      <ac:tblMk/>
      <ac:tcMk rowId="303658143" colId="3965875387"/>
      <ac:txMk cp="0" len="16">
        <ac:context len="17" hash="2253450140"/>
      </ac:txMk>
    </ac:txMkLst>
    <p188:pos x="3913077" y="1178076"/>
    <p188:txBody>
      <a:bodyPr/>
      <a:lstStyle/>
      <a:p>
        <a:r>
          <a:rPr lang="en-US"/>
          <a:t>Is this the correct value?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3BBC4-1EA8-7744-8CEC-0ED8A37F66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7FF00A-DAD9-CB0B-FC4B-0BA35132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E6485-B1F6-C3B2-8697-F2F63BCA2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250A2-92E1-25C2-46E6-D35B9FB40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3902C-CE80-E1BD-C9B8-115D3A59C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061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888B7-006D-FB76-7201-AAA0B7AB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3021E-77D2-B47C-9808-ED9E16E0D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05309-A696-0526-1C40-4B8BCCFE7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19F23-4EDC-CC3D-ED4D-B7BDD3C2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E73B9-05ED-1941-C019-FC2EA5EF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66D50-47A9-B431-9B00-B3796FA38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F660E-4672-BADB-B0B4-469C380A9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FCD99-EA9B-0B8C-3AAE-85A192E3F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3E615-BC56-AAC2-06B6-F03043798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B9A72-7C79-07C6-6CD9-3F561DB43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099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92DB6-2580-9160-CAC4-B3A7EBF0C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4B5DB-8A93-3C3A-AB84-62E4AE05B4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F3E64F-C1C3-D56A-820D-38A2CBF39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37EB17-7F99-128E-C7F3-0319825E8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02DB99-5333-EB13-1957-B041B3EEA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93AC6E-C4C6-72C7-67B4-A71E7025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48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2EBE3-9FC3-5EDB-D2D4-B2A0DE879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82E16-91F4-50FE-10FA-8411BB662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F8C6B2-461D-0328-76D0-D2049928E8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DA9A1F-43AA-5A0A-778D-7FB0F50EF9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A4931F-9810-6511-D6FD-B5F146B885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9F889B-4F8E-BBA8-29A6-10DBEF55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C428BD-FDFF-D0B8-9F54-F421F46E1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3A3D73-AEAE-DC05-218C-B29C148DF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64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43651-17F6-2F42-DA5B-96F2B836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431013-917A-BA56-30EE-1D7AC8931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976923-2425-35AF-6665-43A8BADA3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421ECF-603D-888D-E14C-5EF4DE987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01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7F4DF2-0EDB-9A6F-3CAC-0EB23B6FA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B79577-3C9A-05B3-FE90-ED4F9917D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7372A-03AD-C65E-C809-71EEE673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83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A18AB-057D-B3CB-96F0-F924E99D6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8F5D5-4358-E744-77EB-7EEC9EBD5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F81F58-8B17-19B9-18E3-0816EE3740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90645-65A5-28A3-29AA-FC190D43A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6651E-2518-6ABC-C6FE-A706A740F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B2E69A-072F-5A02-2A80-E4E2C3295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0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B5C76-8FF0-DFB6-D898-20BA6051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641ACB-43CA-8593-0E32-7963410A0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F07CA1-3AAA-8DEF-E2E8-5C7EDAE86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CB34BE-D95C-A72A-B942-5B6D967AE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5CF53-6CC5-D2B3-D242-6A1444E69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C8DDC4-B4C2-645F-3BDC-E3269F9F5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714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E807F-19E1-40D4-B457-B330A4950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3701BB-1FF5-B7B6-0F60-C515FB74B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C7FE47-2393-C1B9-DD2A-A83E1871D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0DB8A-9A08-92B9-C665-A31D89D02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F3210-2262-034A-ACFE-C48C2E509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09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3A40E8-E40E-0233-EBA7-4439BAD2F9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18A00B-30FF-DA4D-AAC0-D2A7756C95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B639B5-BF63-CE3D-4A8F-1818BF561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E1D78-2D83-6EEF-DE40-912BE0382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09E6E-F5EE-5C8E-8AD7-DA7C8BD76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07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37E907-58C2-6E3D-6F29-411DA4046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2E305-FB92-1B36-56A2-4148AC341C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F6FE0-6DF6-6DA9-E686-D9F920FFC1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F6571-B3C3-8856-0AFE-0542BDE4B2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942F0-A180-A893-3278-9C8C126AA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560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05_B1C5B0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CC89DB-444E-8543-1B09-FC057A4A2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F0A3D0B-3FD8-B0AD-808C-0B9A460482BF}"/>
              </a:ext>
            </a:extLst>
          </p:cNvPr>
          <p:cNvGrpSpPr/>
          <p:nvPr/>
        </p:nvGrpSpPr>
        <p:grpSpPr>
          <a:xfrm>
            <a:off x="3142442" y="120445"/>
            <a:ext cx="5867785" cy="6617110"/>
            <a:chOff x="3142601" y="108155"/>
            <a:chExt cx="5867785" cy="66171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DA75953-14F7-A4DF-05AF-C28903460778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5C1EA7FF-3904-1ED2-E44F-D1A04EE1770C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47AB3E6A-4E79-C706-4CEB-E9C1BCA799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4B98141-8B8E-9342-F607-3AE4945637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0242035-C593-E951-986A-CF67D47B3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3BB0D6B-9954-E669-5792-C97C8CCF9101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F74BA0-721D-2A2A-7019-C207B59E5258}"/>
                  </a:ext>
                </a:extLst>
              </p:cNvPr>
              <p:cNvSpPr txBox="1"/>
              <p:nvPr/>
            </p:nvSpPr>
            <p:spPr>
              <a:xfrm>
                <a:off x="3558540" y="776459"/>
                <a:ext cx="51619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Instruction Text: “Press Submit to start</a:t>
                </a:r>
                <a:r>
                  <a:rPr lang="en-US" dirty="0"/>
                  <a:t> the exam</a:t>
                </a: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.” </a:t>
                </a:r>
                <a:endParaRPr lang="en-US" sz="110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135137-931B-47AD-351F-B79014CE8598}"/>
                  </a:ext>
                </a:extLst>
              </p:cNvPr>
              <p:cNvSpPr txBox="1"/>
              <p:nvPr/>
            </p:nvSpPr>
            <p:spPr>
              <a:xfrm>
                <a:off x="3539699" y="260573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Title: “MEMR” </a:t>
                </a:r>
                <a:endParaRPr lang="en-US" b="1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AAD61A4-46DD-D30A-47CF-470475D639AF}"/>
                  </a:ext>
                </a:extLst>
              </p:cNvPr>
              <p:cNvSpPr/>
              <p:nvPr/>
            </p:nvSpPr>
            <p:spPr>
              <a:xfrm>
                <a:off x="6359256" y="3955038"/>
                <a:ext cx="1473800" cy="457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1" name="Flowchart: Terminator 10">
            <a:extLst>
              <a:ext uri="{FF2B5EF4-FFF2-40B4-BE49-F238E27FC236}">
                <a16:creationId xmlns:a16="http://schemas.microsoft.com/office/drawing/2014/main" id="{0EB41DC6-C773-EA6B-32FD-3A1D449F359A}"/>
              </a:ext>
            </a:extLst>
          </p:cNvPr>
          <p:cNvSpPr/>
          <p:nvPr/>
        </p:nvSpPr>
        <p:spPr>
          <a:xfrm>
            <a:off x="5412451" y="5920355"/>
            <a:ext cx="1327450" cy="546260"/>
          </a:xfrm>
          <a:prstGeom prst="flowChartTerminator">
            <a:avLst/>
          </a:prstGeom>
          <a:solidFill>
            <a:srgbClr val="33AAEE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Submit</a:t>
            </a:r>
            <a:endParaRPr lang="en-US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E131278-6C5F-ED5D-98F4-03D3B47CD2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310672"/>
              </p:ext>
            </p:extLst>
          </p:nvPr>
        </p:nvGraphicFramePr>
        <p:xfrm>
          <a:off x="3678348" y="1422249"/>
          <a:ext cx="4795974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7987">
                  <a:extLst>
                    <a:ext uri="{9D8B030D-6E8A-4147-A177-3AD203B41FA5}">
                      <a16:colId xmlns:a16="http://schemas.microsoft.com/office/drawing/2014/main" val="2668354969"/>
                    </a:ext>
                  </a:extLst>
                </a:gridCol>
                <a:gridCol w="2397987">
                  <a:extLst>
                    <a:ext uri="{9D8B030D-6E8A-4147-A177-3AD203B41FA5}">
                      <a16:colId xmlns:a16="http://schemas.microsoft.com/office/drawing/2014/main" val="3965875387"/>
                    </a:ext>
                  </a:extLst>
                </a:gridCol>
              </a:tblGrid>
              <a:tr h="28125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81942"/>
                  </a:ext>
                </a:extLst>
              </a:tr>
              <a:tr h="277398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Subject Type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[Chin or Human]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156756"/>
                  </a:ext>
                </a:extLst>
              </a:tr>
              <a:tr h="277398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Sound File Name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SoundFileName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6087800"/>
                  </a:ext>
                </a:extLst>
              </a:tr>
              <a:tr h="277398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Gain Scale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metaDataScalar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58143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Number of Trials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NumTrials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5106306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Min Level [dB SPL]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min([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Level_dbSPL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60091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Max Level [dB SPL]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max([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Level_dbSPL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407146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Results File Name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RecordFileName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23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252296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DA503E-3536-FF11-C80F-8E08313A1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3F3CD70-8AB9-EE62-C78C-0279C690B52E}"/>
              </a:ext>
            </a:extLst>
          </p:cNvPr>
          <p:cNvGrpSpPr/>
          <p:nvPr/>
        </p:nvGrpSpPr>
        <p:grpSpPr>
          <a:xfrm>
            <a:off x="3142442" y="120445"/>
            <a:ext cx="5867785" cy="6617110"/>
            <a:chOff x="3142601" y="108155"/>
            <a:chExt cx="5867785" cy="66171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5BDA63C-9328-78B2-4677-9AFF8CE9EA6C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DC83DA0-62D9-974D-9600-4C52BE739A87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7FB58AB6-829A-5A7F-E776-E0A9F06DD0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2AE24A-2742-0899-96C7-13F96630AD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70FE8C5A-8901-A5BE-3829-98BDE5CF9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F54FB4C-98C5-F7F9-F1E3-1C4AC7E3AA5E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EA42310-9A00-93CD-948C-141E7851ECB8}"/>
                  </a:ext>
                </a:extLst>
              </p:cNvPr>
              <p:cNvSpPr txBox="1"/>
              <p:nvPr/>
            </p:nvSpPr>
            <p:spPr>
              <a:xfrm>
                <a:off x="3558540" y="776459"/>
                <a:ext cx="51619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Instruction Text: “Exam in progress. Please wait.” </a:t>
                </a:r>
                <a:endParaRPr lang="en-US" sz="110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B54681-FE79-B73A-094A-C212943AA606}"/>
                  </a:ext>
                </a:extLst>
              </p:cNvPr>
              <p:cNvSpPr txBox="1"/>
              <p:nvPr/>
            </p:nvSpPr>
            <p:spPr>
              <a:xfrm>
                <a:off x="3539699" y="260573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Title: “MEMR” </a:t>
                </a:r>
                <a:endParaRPr lang="en-US" b="1" dirty="0"/>
              </a:p>
            </p:txBody>
          </p:sp>
        </p:grp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ADCF599-63B3-BF6B-3598-BF7EC630439D}"/>
              </a:ext>
            </a:extLst>
          </p:cNvPr>
          <p:cNvSpPr/>
          <p:nvPr/>
        </p:nvSpPr>
        <p:spPr>
          <a:xfrm>
            <a:off x="3678348" y="3651136"/>
            <a:ext cx="4795974" cy="3463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3C557B-FF12-1CD9-B572-93C7A973DB0D}"/>
              </a:ext>
            </a:extLst>
          </p:cNvPr>
          <p:cNvSpPr/>
          <p:nvPr/>
        </p:nvSpPr>
        <p:spPr>
          <a:xfrm>
            <a:off x="3678348" y="3646757"/>
            <a:ext cx="3818007" cy="346332"/>
          </a:xfrm>
          <a:prstGeom prst="roundRect">
            <a:avLst/>
          </a:prstGeom>
          <a:solidFill>
            <a:srgbClr val="33AA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F218D7-B754-E6DA-9A39-41A7CB1FDBAD}"/>
              </a:ext>
            </a:extLst>
          </p:cNvPr>
          <p:cNvSpPr txBox="1"/>
          <p:nvPr/>
        </p:nvSpPr>
        <p:spPr>
          <a:xfrm>
            <a:off x="5551295" y="3344459"/>
            <a:ext cx="1057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Completed</a:t>
            </a:r>
          </a:p>
        </p:txBody>
      </p:sp>
      <p:sp>
        <p:nvSpPr>
          <p:cNvPr id="6" name="Flowchart: Terminator 5">
            <a:extLst>
              <a:ext uri="{FF2B5EF4-FFF2-40B4-BE49-F238E27FC236}">
                <a16:creationId xmlns:a16="http://schemas.microsoft.com/office/drawing/2014/main" id="{7834EFD9-8B62-312B-24B4-9CC41DC25D38}"/>
              </a:ext>
            </a:extLst>
          </p:cNvPr>
          <p:cNvSpPr/>
          <p:nvPr/>
        </p:nvSpPr>
        <p:spPr>
          <a:xfrm>
            <a:off x="5412451" y="5796121"/>
            <a:ext cx="1327450" cy="546260"/>
          </a:xfrm>
          <a:prstGeom prst="flowChartTerminator">
            <a:avLst/>
          </a:prstGeom>
          <a:solidFill>
            <a:srgbClr val="FF0000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Abort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156EBAE-98EF-52EB-2209-ED36847F6E12}"/>
              </a:ext>
            </a:extLst>
          </p:cNvPr>
          <p:cNvSpPr/>
          <p:nvPr/>
        </p:nvSpPr>
        <p:spPr>
          <a:xfrm>
            <a:off x="4073972" y="1777042"/>
            <a:ext cx="245592" cy="14707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BAA99D-84EE-93A7-E5D0-14982EBDDE56}"/>
              </a:ext>
            </a:extLst>
          </p:cNvPr>
          <p:cNvSpPr/>
          <p:nvPr/>
        </p:nvSpPr>
        <p:spPr>
          <a:xfrm>
            <a:off x="12192000" y="4589253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8883BB-A1AB-C6CB-C6DA-1BA4021FFC16}"/>
              </a:ext>
            </a:extLst>
          </p:cNvPr>
          <p:cNvSpPr txBox="1"/>
          <p:nvPr/>
        </p:nvSpPr>
        <p:spPr>
          <a:xfrm>
            <a:off x="3678348" y="2504608"/>
            <a:ext cx="1748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Trials Complete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D66886-22CB-9E1C-D6C7-4949D6DFF139}"/>
              </a:ext>
            </a:extLst>
          </p:cNvPr>
          <p:cNvSpPr/>
          <p:nvPr/>
        </p:nvSpPr>
        <p:spPr>
          <a:xfrm>
            <a:off x="7538401" y="2512411"/>
            <a:ext cx="830313" cy="37826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53847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D4199F5-0950-0B7D-692D-A5BE0454F56A}"/>
              </a:ext>
            </a:extLst>
          </p:cNvPr>
          <p:cNvGrpSpPr/>
          <p:nvPr/>
        </p:nvGrpSpPr>
        <p:grpSpPr>
          <a:xfrm>
            <a:off x="3142601" y="108155"/>
            <a:ext cx="5867785" cy="6617110"/>
            <a:chOff x="3142601" y="108155"/>
            <a:chExt cx="5867785" cy="661711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FEDE237-E189-BA08-87B9-9F39E0065E92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ADC7AAA-72A0-2397-52FD-30AEF3056322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4B32330-F8B9-1594-636A-592ED40566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BA224756-A64F-C5D9-7E1C-5744781CF2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25D137C-1CC4-CA4F-E045-EA6C07EB82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F356553-95AF-2B06-58BC-70D416BEEAA2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F286D99-E606-52E4-0C8D-EBD4D7175291}"/>
                  </a:ext>
                </a:extLst>
              </p:cNvPr>
              <p:cNvSpPr txBox="1"/>
              <p:nvPr/>
            </p:nvSpPr>
            <p:spPr>
              <a:xfrm>
                <a:off x="3539699" y="364730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Results: MEMR</a:t>
                </a:r>
                <a:endParaRPr lang="en-US" b="1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0828BE7-D62F-2D15-F185-844CB2E85430}"/>
                  </a:ext>
                </a:extLst>
              </p:cNvPr>
              <p:cNvSpPr/>
              <p:nvPr/>
            </p:nvSpPr>
            <p:spPr>
              <a:xfrm>
                <a:off x="6359256" y="3955038"/>
                <a:ext cx="1473800" cy="457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7" name="Flowchart: Terminator 16">
            <a:extLst>
              <a:ext uri="{FF2B5EF4-FFF2-40B4-BE49-F238E27FC236}">
                <a16:creationId xmlns:a16="http://schemas.microsoft.com/office/drawing/2014/main" id="{F3B818B2-CDB1-4AEC-6D27-2CCA3EA6029A}"/>
              </a:ext>
            </a:extLst>
          </p:cNvPr>
          <p:cNvSpPr/>
          <p:nvPr/>
        </p:nvSpPr>
        <p:spPr>
          <a:xfrm>
            <a:off x="5412451" y="5920355"/>
            <a:ext cx="1327450" cy="546260"/>
          </a:xfrm>
          <a:prstGeom prst="flowChartTerminator">
            <a:avLst/>
          </a:prstGeom>
          <a:solidFill>
            <a:srgbClr val="33AAEE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Finish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579A1A-087F-7C15-6FEF-3CBCF6DF27FA}"/>
              </a:ext>
            </a:extLst>
          </p:cNvPr>
          <p:cNvSpPr txBox="1"/>
          <p:nvPr/>
        </p:nvSpPr>
        <p:spPr>
          <a:xfrm>
            <a:off x="4127630" y="2947744"/>
            <a:ext cx="3897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 Complete. Press Finish to Save.</a:t>
            </a:r>
          </a:p>
        </p:txBody>
      </p:sp>
    </p:spTree>
    <p:extLst>
      <p:ext uri="{BB962C8B-B14F-4D97-AF65-F5344CB8AC3E}">
        <p14:creationId xmlns:p14="http://schemas.microsoft.com/office/powerpoint/2010/main" val="2203563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</TotalTime>
  <Words>107</Words>
  <Application>Microsoft Office PowerPoint</Application>
  <PresentationFormat>Widescreen</PresentationFormat>
  <Paragraphs>29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Veronique Archambault-Leger</dc:creator>
  <cp:lastModifiedBy>Brian Graybill</cp:lastModifiedBy>
  <cp:revision>20</cp:revision>
  <dcterms:created xsi:type="dcterms:W3CDTF">2024-09-25T14:30:46Z</dcterms:created>
  <dcterms:modified xsi:type="dcterms:W3CDTF">2025-07-03T20:55:53Z</dcterms:modified>
</cp:coreProperties>
</file>